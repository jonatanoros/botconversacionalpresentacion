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261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6399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513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0831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10125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96134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7226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027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1045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175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7570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3644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5517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1147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1303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67549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957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A9DF4-5C5E-4065-9642-6C253EE6C105}" type="datetimeFigureOut">
              <a:rPr lang="es-MX" smtClean="0"/>
              <a:t>06/05/2025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C22BF-5B12-4CC8-A561-873B75D4B3C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3077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escubriendo los secretos del mar">
            <a:extLst>
              <a:ext uri="{FF2B5EF4-FFF2-40B4-BE49-F238E27FC236}">
                <a16:creationId xmlns:a16="http://schemas.microsoft.com/office/drawing/2014/main" id="{74E508C1-0711-6465-D0D1-1DEA2E1DE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904156" cy="5209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E2F4342-C189-71D4-D27B-737D762B50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El Océano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BEA94E-898D-623E-7E28-269272FB7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Jonatan Oros</a:t>
            </a:r>
          </a:p>
        </p:txBody>
      </p:sp>
      <p:pic>
        <p:nvPicPr>
          <p:cNvPr id="1028" name="Picture 4" descr="Océano - Wikipedia, la enciclopedia libre">
            <a:extLst>
              <a:ext uri="{FF2B5EF4-FFF2-40B4-BE49-F238E27FC236}">
                <a16:creationId xmlns:a16="http://schemas.microsoft.com/office/drawing/2014/main" id="{1FDFF6C6-25AC-9C6D-9A4F-04BB1B409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4875"/>
            <a:ext cx="2458387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61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7B1B0-23B1-055E-A9A7-B59B68AC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522" y="288734"/>
            <a:ext cx="9905998" cy="1090361"/>
          </a:xfrm>
        </p:spPr>
        <p:txBody>
          <a:bodyPr/>
          <a:lstStyle/>
          <a:p>
            <a:pPr algn="ctr"/>
            <a:r>
              <a:rPr lang="es-MX" dirty="0"/>
              <a:t>Todo sobre el </a:t>
            </a:r>
            <a:r>
              <a:rPr lang="es-MX" dirty="0" err="1"/>
              <a:t>oceano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F6C6AF-AFF6-EC91-2741-80147EFA6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233" y="1379095"/>
            <a:ext cx="11377534" cy="3881490"/>
          </a:xfrm>
        </p:spPr>
        <p:txBody>
          <a:bodyPr>
            <a:noAutofit/>
          </a:bodyPr>
          <a:lstStyle/>
          <a:p>
            <a:pPr algn="just"/>
            <a:r>
              <a:rPr lang="es-ES" sz="1700" dirty="0"/>
              <a:t>El océano es una masa continua de agua salada que cubre más del 70% de la superficie de la Tierra. Las corrientes oceánicas rigen las condiciones meteorológicas del mundo y agitan el caleidoscopio de la vida. Los humanos dependen de estas prolíficas aguas para su comodidad y su supervivencia pero el calentamiento global y la pesca excesiva amenazan con perturbar el océano y dejarlo vacío.</a:t>
            </a:r>
          </a:p>
          <a:p>
            <a:pPr algn="just"/>
            <a:endParaRPr lang="es-ES" sz="1700" dirty="0"/>
          </a:p>
          <a:p>
            <a:pPr algn="just"/>
            <a:r>
              <a:rPr lang="es-ES" sz="1700" dirty="0"/>
              <a:t>Los geógrafos dividen el océano en cuatro secciones principales: el Pacífico, el Atlántico, el Índico y el Ártico. Los océanos más pequeños son denominados mares, golfos y bahías como el Mar Mediterráneo, el Golfo de Méjico y la Bahía de Bengala. Las masas independientes de agua salada como el Mar Caspio y el Gran Lago Salado son distintas a los océanos del mundo.</a:t>
            </a:r>
          </a:p>
          <a:p>
            <a:pPr algn="just"/>
            <a:endParaRPr lang="es-ES" sz="1700" dirty="0"/>
          </a:p>
          <a:p>
            <a:pPr algn="just"/>
            <a:r>
              <a:rPr lang="es-ES" sz="1700" dirty="0"/>
              <a:t>Los océanos contienen aproximadamente 1,35 billones de kilómetros cúbicos de agua lo que representa aproximadamente el 97% del suministro de agua de la Tierra. El agua tiene aproximadamente un 3,5% de sal y contiene rastros de todos los elementos químicos encontrados en la Tierra. Los océanos absorben el calor del sol y lo transmiten a la atmósfera y los distribuyen alrededor del mundo a través de las constantes corrientes oceánicas. Esto dirige las condiciones meteorológicas mundiales y actúa como un calentador en invierno y como el aire acondicionado en verano.</a:t>
            </a:r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368242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176BE-7ADE-6D00-E018-A49672A92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2050" name="Picture 2" descr="El océano y sus animales | Secretaría ...">
            <a:extLst>
              <a:ext uri="{FF2B5EF4-FFF2-40B4-BE49-F238E27FC236}">
                <a16:creationId xmlns:a16="http://schemas.microsoft.com/office/drawing/2014/main" id="{B2814FBB-81C5-3F51-F9FD-FD33FA75515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15" y="2097088"/>
            <a:ext cx="5329134" cy="2946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céanos - Amenazas y características">
            <a:extLst>
              <a:ext uri="{FF2B5EF4-FFF2-40B4-BE49-F238E27FC236}">
                <a16:creationId xmlns:a16="http://schemas.microsoft.com/office/drawing/2014/main" id="{B070E148-A451-3C2D-6498-B20031A4F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7618" y="1922723"/>
            <a:ext cx="3428766" cy="3428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0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1F4E8-B84E-2910-71F9-79065105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/>
              <a:t>Oceanos</a:t>
            </a:r>
          </a:p>
        </p:txBody>
      </p:sp>
      <p:pic>
        <p:nvPicPr>
          <p:cNvPr id="3074" name="Picture 2" descr="Mapa del Océano Atlántico: Explorando ...">
            <a:extLst>
              <a:ext uri="{FF2B5EF4-FFF2-40B4-BE49-F238E27FC236}">
                <a16:creationId xmlns:a16="http://schemas.microsoft.com/office/drawing/2014/main" id="{0D10428D-EE17-0087-2700-7BFFA28F82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35" y="2538817"/>
            <a:ext cx="300037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Mapa del Océano Pacífico: Navegando el ...">
            <a:extLst>
              <a:ext uri="{FF2B5EF4-FFF2-40B4-BE49-F238E27FC236}">
                <a16:creationId xmlns:a16="http://schemas.microsoft.com/office/drawing/2014/main" id="{32D10F6C-8F18-5947-8183-096A5D0E9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36" y="2481837"/>
            <a:ext cx="300037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ikichicos/La Tierra/Los océanos/Océano ...">
            <a:extLst>
              <a:ext uri="{FF2B5EF4-FFF2-40B4-BE49-F238E27FC236}">
                <a16:creationId xmlns:a16="http://schemas.microsoft.com/office/drawing/2014/main" id="{6CFB5375-0012-EA4F-0D7F-4057814EE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566" y="387144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09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</TotalTime>
  <Words>245</Words>
  <Application>Microsoft Office PowerPoint</Application>
  <PresentationFormat>Panorámica</PresentationFormat>
  <Paragraphs>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Tw Cen MT</vt:lpstr>
      <vt:lpstr>Circuito</vt:lpstr>
      <vt:lpstr>El Océano</vt:lpstr>
      <vt:lpstr>Todo sobre el oceano</vt:lpstr>
      <vt:lpstr>Presentación de PowerPoint</vt:lpstr>
      <vt:lpstr>Oceanos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Oros Cortez</dc:creator>
  <cp:lastModifiedBy>Daniel Oros Cortez</cp:lastModifiedBy>
  <cp:revision>1</cp:revision>
  <dcterms:created xsi:type="dcterms:W3CDTF">2025-05-06T20:45:42Z</dcterms:created>
  <dcterms:modified xsi:type="dcterms:W3CDTF">2025-05-06T20:50:37Z</dcterms:modified>
</cp:coreProperties>
</file>