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3" r:id="rId3"/>
    <p:sldId id="269" r:id="rId4"/>
    <p:sldId id="261" r:id="rId5"/>
    <p:sldId id="262" r:id="rId6"/>
    <p:sldId id="259" r:id="rId7"/>
    <p:sldId id="264" r:id="rId8"/>
    <p:sldId id="260" r:id="rId9"/>
    <p:sldId id="272" r:id="rId10"/>
    <p:sldId id="266" r:id="rId11"/>
    <p:sldId id="273" r:id="rId12"/>
  </p:sldIdLst>
  <p:sldSz cx="12192000" cy="6858000"/>
  <p:notesSz cx="7023100" cy="93091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806"/>
    <a:srgbClr val="B99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5899" autoAdjust="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8"/>
    </p:cViewPr>
  </p:sorterViewPr>
  <p:notesViewPr>
    <p:cSldViewPr snapToGrid="0">
      <p:cViewPr varScale="1">
        <p:scale>
          <a:sx n="76" d="100"/>
          <a:sy n="76" d="100"/>
        </p:scale>
        <p:origin x="383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addSld delSld modSld modMainMaster modNotesMaster modHandout">
      <pc:chgData name="Fake Test User" userId="SID-0" providerId="Test" clId="FakeClientId" dt="2019-03-06T09:15:47.619" v="73" actId="47"/>
      <pc:docMkLst>
        <pc:docMk/>
      </pc:docMkLst>
      <pc:sldChg chg="modSp modNotes modNotesTx">
        <pc:chgData name="Fake Test User" userId="SID-0" providerId="Test" clId="FakeClientId" dt="2019-03-06T03:37:08.553" v="58" actId="790"/>
        <pc:sldMkLst>
          <pc:docMk/>
          <pc:sldMk cId="0" sldId="257"/>
        </pc:sldMkLst>
        <pc:spChg chg="mod">
          <ac:chgData name="Fake Test User" userId="SID-0" providerId="Test" clId="FakeClientId" dt="2019-03-06T03:13:13.787" v="0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Fake Test User" userId="SID-0" providerId="Test" clId="FakeClientId" dt="2019-03-06T03:13:13.787" v="0" actId="790"/>
          <ac:spMkLst>
            <pc:docMk/>
            <pc:sldMk cId="0" sldId="257"/>
            <ac:spMk id="6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7:59.410" v="63" actId="790"/>
        <pc:sldMkLst>
          <pc:docMk/>
          <pc:sldMk cId="0" sldId="259"/>
        </pc:sldMkLst>
        <pc:spChg chg="mod">
          <ac:chgData name="Fake Test User" userId="SID-0" providerId="Test" clId="FakeClientId" dt="2019-03-06T03:16:03.348" v="13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Fake Test User" userId="SID-0" providerId="Test" clId="FakeClientId" dt="2019-03-06T03:16:03.348" v="13" actId="790"/>
          <ac:spMkLst>
            <pc:docMk/>
            <pc:sldMk cId="0" sldId="259"/>
            <ac:spMk id="5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8:15.097" v="65" actId="790"/>
        <pc:sldMkLst>
          <pc:docMk/>
          <pc:sldMk cId="0" sldId="260"/>
        </pc:sldMkLst>
        <pc:spChg chg="mod">
          <ac:chgData name="Fake Test User" userId="SID-0" providerId="Test" clId="FakeClientId" dt="2019-03-06T03:16:52.751" v="18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Fake Test User" userId="SID-0" providerId="Test" clId="FakeClientId" dt="2019-03-06T03:16:52.751" v="18" actId="790"/>
          <ac:spMkLst>
            <pc:docMk/>
            <pc:sldMk cId="0" sldId="260"/>
            <ac:spMk id="4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7:42.582" v="61" actId="790"/>
        <pc:sldMkLst>
          <pc:docMk/>
          <pc:sldMk cId="0" sldId="261"/>
        </pc:sldMkLst>
        <pc:spChg chg="mod">
          <ac:chgData name="Fake Test User" userId="SID-0" providerId="Test" clId="FakeClientId" dt="2019-03-06T03:15:42.522" v="11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Fake Test User" userId="SID-0" providerId="Test" clId="FakeClientId" dt="2019-03-06T03:15:42.522" v="11" actId="790"/>
          <ac:spMkLst>
            <pc:docMk/>
            <pc:sldMk cId="0" sldId="261"/>
            <ac:spMk id="5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7:51.582" v="62" actId="790"/>
        <pc:sldMkLst>
          <pc:docMk/>
          <pc:sldMk cId="0" sldId="262"/>
        </pc:sldMkLst>
        <pc:spChg chg="mod">
          <ac:chgData name="Fake Test User" userId="SID-0" providerId="Test" clId="FakeClientId" dt="2019-03-06T03:15:50.443" v="12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Fake Test User" userId="SID-0" providerId="Test" clId="FakeClientId" dt="2019-03-06T03:15:50.443" v="12" actId="790"/>
          <ac:spMkLst>
            <pc:docMk/>
            <pc:sldMk cId="0" sldId="262"/>
            <ac:spMk id="4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7:17.396" v="59" actId="790"/>
        <pc:sldMkLst>
          <pc:docMk/>
          <pc:sldMk cId="0" sldId="263"/>
        </pc:sldMkLst>
        <pc:spChg chg="mod">
          <ac:chgData name="Fake Test User" userId="SID-0" providerId="Test" clId="FakeClientId" dt="2019-03-06T03:13:52.095" v="3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Fake Test User" userId="SID-0" providerId="Test" clId="FakeClientId" dt="2019-03-06T03:13:52.095" v="3" actId="790"/>
          <ac:spMkLst>
            <pc:docMk/>
            <pc:sldMk cId="0" sldId="263"/>
            <ac:spMk id="6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8:06.909" v="64" actId="790"/>
        <pc:sldMkLst>
          <pc:docMk/>
          <pc:sldMk cId="0" sldId="264"/>
        </pc:sldMkLst>
        <pc:spChg chg="mod">
          <ac:chgData name="Fake Test User" userId="SID-0" providerId="Test" clId="FakeClientId" dt="2019-03-06T03:16:27.581" v="15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Fake Test User" userId="SID-0" providerId="Test" clId="FakeClientId" dt="2019-03-06T03:16:27.581" v="15" actId="790"/>
          <ac:spMkLst>
            <pc:docMk/>
            <pc:sldMk cId="0" sldId="264"/>
            <ac:spMk id="5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8:42.814" v="68" actId="790"/>
        <pc:sldMkLst>
          <pc:docMk/>
          <pc:sldMk cId="0" sldId="265"/>
        </pc:sldMkLst>
        <pc:spChg chg="mod">
          <ac:chgData name="Fake Test User" userId="SID-0" providerId="Test" clId="FakeClientId" dt="2019-03-06T03:18:28.711" v="25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Fake Test User" userId="SID-0" providerId="Test" clId="FakeClientId" dt="2019-03-06T03:18:28.711" v="25" actId="790"/>
          <ac:spMkLst>
            <pc:docMk/>
            <pc:sldMk cId="0" sldId="265"/>
            <ac:spMk id="5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8:33.299" v="67" actId="790"/>
        <pc:sldMkLst>
          <pc:docMk/>
          <pc:sldMk cId="0" sldId="266"/>
        </pc:sldMkLst>
        <pc:spChg chg="mod">
          <ac:chgData name="Fake Test User" userId="SID-0" providerId="Test" clId="FakeClientId" dt="2019-03-06T03:17:52.761" v="21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Fake Test User" userId="SID-0" providerId="Test" clId="FakeClientId" dt="2019-03-06T03:17:52.761" v="21" actId="790"/>
          <ac:spMkLst>
            <pc:docMk/>
            <pc:sldMk cId="0" sldId="266"/>
            <ac:spMk id="4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8:52.110" v="69" actId="790"/>
        <pc:sldMkLst>
          <pc:docMk/>
          <pc:sldMk cId="0" sldId="267"/>
        </pc:sldMkLst>
        <pc:spChg chg="mod">
          <ac:chgData name="Fake Test User" userId="SID-0" providerId="Test" clId="FakeClientId" dt="2019-03-06T03:18:49.366" v="27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Fake Test User" userId="SID-0" providerId="Test" clId="FakeClientId" dt="2019-03-06T03:18:49.366" v="27" actId="790"/>
          <ac:spMkLst>
            <pc:docMk/>
            <pc:sldMk cId="0" sldId="267"/>
            <ac:spMk id="5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9:01.110" v="70" actId="790"/>
        <pc:sldMkLst>
          <pc:docMk/>
          <pc:sldMk cId="0" sldId="268"/>
        </pc:sldMkLst>
        <pc:spChg chg="mod">
          <ac:chgData name="Fake Test User" userId="SID-0" providerId="Test" clId="FakeClientId" dt="2019-03-06T03:19:12.208" v="29" actId="790"/>
          <ac:spMkLst>
            <pc:docMk/>
            <pc:sldMk cId="0" sldId="268"/>
            <ac:spMk id="4" creationId="{00000000-0000-0000-0000-000000000000}"/>
          </ac:spMkLst>
        </pc:spChg>
        <pc:spChg chg="mod">
          <ac:chgData name="Fake Test User" userId="SID-0" providerId="Test" clId="FakeClientId" dt="2019-03-06T03:19:12.208" v="29" actId="790"/>
          <ac:spMkLst>
            <pc:docMk/>
            <pc:sldMk cId="0" sldId="268"/>
            <ac:spMk id="5" creationId="{00000000-0000-0000-0000-000000000000}"/>
          </ac:spMkLst>
        </pc:spChg>
      </pc:sldChg>
      <pc:sldChg chg="modSp modNotes modNotesTx">
        <pc:chgData name="Fake Test User" userId="SID-0" providerId="Test" clId="FakeClientId" dt="2019-03-06T03:37:28.021" v="60" actId="790"/>
        <pc:sldMkLst>
          <pc:docMk/>
          <pc:sldMk cId="3108204940" sldId="269"/>
        </pc:sldMkLst>
        <pc:spChg chg="mod">
          <ac:chgData name="Fake Test User" userId="SID-0" providerId="Test" clId="FakeClientId" dt="2019-03-06T03:14:28.106" v="5" actId="790"/>
          <ac:spMkLst>
            <pc:docMk/>
            <pc:sldMk cId="3108204940" sldId="269"/>
            <ac:spMk id="3" creationId="{00000000-0000-0000-0000-000000000000}"/>
          </ac:spMkLst>
        </pc:spChg>
        <pc:spChg chg="mod">
          <ac:chgData name="Fake Test User" userId="SID-0" providerId="Test" clId="FakeClientId" dt="2019-03-06T03:14:28.106" v="5" actId="790"/>
          <ac:spMkLst>
            <pc:docMk/>
            <pc:sldMk cId="3108204940" sldId="269"/>
            <ac:spMk id="4" creationId="{00000000-0000-0000-0000-000000000000}"/>
          </ac:spMkLst>
        </pc:spChg>
      </pc:sldChg>
      <pc:sldChg chg="modSp del modNotes modNotesTx">
        <pc:chgData name="Fake Test User" userId="SID-0" providerId="Test" clId="FakeClientId" dt="2019-03-06T09:15:47.619" v="73" actId="47"/>
        <pc:sldMkLst>
          <pc:docMk/>
          <pc:sldMk cId="2114842844" sldId="270"/>
        </pc:sldMkLst>
        <pc:graphicFrameChg chg="mod">
          <ac:chgData name="Fake Test User" userId="SID-0" providerId="Test" clId="FakeClientId" dt="2019-03-06T03:21:46.385" v="33" actId="255"/>
          <ac:graphicFrameMkLst>
            <pc:docMk/>
            <pc:sldMk cId="2114842844" sldId="270"/>
            <ac:graphicFrameMk id="7" creationId="{00000000-0000-0000-0000-000000000000}"/>
          </ac:graphicFrameMkLst>
        </pc:graphicFrameChg>
      </pc:sldChg>
      <pc:sldChg chg="modSp modNotes modNotesTx">
        <pc:chgData name="Fake Test User" userId="SID-0" providerId="Test" clId="FakeClientId" dt="2019-03-06T03:39:09.172" v="71" actId="790"/>
        <pc:sldMkLst>
          <pc:docMk/>
          <pc:sldMk cId="93470378" sldId="271"/>
        </pc:sldMkLst>
        <pc:spChg chg="mod">
          <ac:chgData name="Fake Test User" userId="SID-0" providerId="Test" clId="FakeClientId" dt="2019-03-06T03:19:30.910" v="31" actId="790"/>
          <ac:spMkLst>
            <pc:docMk/>
            <pc:sldMk cId="93470378" sldId="271"/>
            <ac:spMk id="2" creationId="{00000000-0000-0000-0000-000000000000}"/>
          </ac:spMkLst>
        </pc:spChg>
        <pc:spChg chg="mod">
          <ac:chgData name="Fake Test User" userId="SID-0" providerId="Test" clId="FakeClientId" dt="2019-03-06T03:19:30.910" v="31" actId="790"/>
          <ac:spMkLst>
            <pc:docMk/>
            <pc:sldMk cId="93470378" sldId="271"/>
            <ac:spMk id="3" creationId="{00000000-0000-0000-0000-000000000000}"/>
          </ac:spMkLst>
        </pc:spChg>
      </pc:sldChg>
      <pc:sldChg chg="add">
        <pc:chgData name="Fake Test User" userId="SID-0" providerId="Test" clId="FakeClientId" dt="2019-03-06T09:15:35.900" v="72"/>
        <pc:sldMkLst>
          <pc:docMk/>
          <pc:sldMk cId="1797875329" sldId="272"/>
        </pc:sldMkLst>
      </pc:sldChg>
      <pc:sldMasterChg chg="modSp modSldLayout">
        <pc:chgData name="Fake Test User" userId="SID-0" providerId="Test" clId="FakeClientId" dt="2019-03-06T03:35:57.603" v="55" actId="790"/>
        <pc:sldMasterMkLst>
          <pc:docMk/>
          <pc:sldMasterMk cId="0" sldId="2147483648"/>
        </pc:sldMasterMkLst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14" creationId="{00000000-0000-0000-0000-000000000000}"/>
          </ac:spMkLst>
        </pc:spChg>
        <pc:spChg chg="mod">
          <ac:chgData name="Fake Test User" userId="SID-0" providerId="Test" clId="FakeClientId" dt="2019-03-06T03:28:47.672" v="35" actId="790"/>
          <ac:spMkLst>
            <pc:docMk/>
            <pc:sldMasterMk cId="0" sldId="2147483648"/>
            <ac:spMk id="17" creationId="{00000000-0000-0000-0000-000000000000}"/>
          </ac:spMkLst>
        </pc:spChg>
        <pc:sldLayoutChg chg="modSp">
          <pc:chgData name="Fake Test User" userId="SID-0" providerId="Test" clId="FakeClientId" dt="2019-03-06T03:29:07.093" v="36" actId="790"/>
          <pc:sldLayoutMkLst>
            <pc:docMk/>
            <pc:sldMasterMk cId="0" sldId="2147483648"/>
            <pc:sldLayoutMk cId="0" sldId="2147483649"/>
          </pc:sldLayoutMkLst>
          <pc:spChg chg="mod">
            <ac:chgData name="Fake Test User" userId="SID-0" providerId="Test" clId="FakeClientId" dt="2019-03-06T03:29:07.093" v="36" actId="790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29:07.093" v="36" actId="790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29:07.093" v="36" actId="790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29:07.093" v="36" actId="790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29:07.093" v="36" actId="790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29:30.904" v="37" actId="790"/>
          <pc:sldLayoutMkLst>
            <pc:docMk/>
            <pc:sldMasterMk cId="0" sldId="2147483648"/>
            <pc:sldLayoutMk cId="0" sldId="2147483650"/>
          </pc:sldLayoutMkLst>
          <pc:spChg chg="mod">
            <ac:chgData name="Fake Test User" userId="SID-0" providerId="Test" clId="FakeClientId" dt="2019-03-06T03:29:30.904" v="37" actId="790"/>
            <ac:spMkLst>
              <pc:docMk/>
              <pc:sldMasterMk cId="0" sldId="2147483648"/>
              <pc:sldLayoutMk cId="0" sldId="2147483650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29:30.904" v="37" actId="790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29:30.904" v="37" actId="790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29:30.904" v="37" actId="790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29:30.904" v="37" actId="790"/>
            <ac:spMkLst>
              <pc:docMk/>
              <pc:sldMasterMk cId="0" sldId="2147483648"/>
              <pc:sldLayoutMk cId="0" sldId="2147483650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1:38.929" v="38" actId="790"/>
          <pc:sldLayoutMkLst>
            <pc:docMk/>
            <pc:sldMasterMk cId="0" sldId="2147483648"/>
            <pc:sldLayoutMk cId="0" sldId="2147483651"/>
          </pc:sldLayoutMkLst>
          <pc:spChg chg="mod">
            <ac:chgData name="Fake Test User" userId="SID-0" providerId="Test" clId="FakeClientId" dt="2019-03-06T03:31:38.929" v="38" actId="790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1:38.929" v="38" actId="790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1:38.929" v="38" actId="790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1:38.929" v="38" actId="790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1:38.929" v="38" actId="790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2:05.755" v="39" actId="790"/>
          <pc:sldLayoutMkLst>
            <pc:docMk/>
            <pc:sldMasterMk cId="0" sldId="2147483648"/>
            <pc:sldLayoutMk cId="0" sldId="2147483652"/>
          </pc:sldLayoutMkLst>
          <pc:spChg chg="mod">
            <ac:chgData name="Fake Test User" userId="SID-0" providerId="Test" clId="FakeClientId" dt="2019-03-06T03:32:05.755" v="39" actId="790"/>
            <ac:spMkLst>
              <pc:docMk/>
              <pc:sldMasterMk cId="0" sldId="2147483648"/>
              <pc:sldLayoutMk cId="0" sldId="2147483652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2:05.755" v="39" actId="790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2:05.755" v="39" actId="790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2:05.755" v="39" actId="790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2:05.755" v="39" actId="790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2:05.755" v="39" actId="790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2:34.489" v="40" actId="790"/>
          <pc:sldLayoutMkLst>
            <pc:docMk/>
            <pc:sldMasterMk cId="0" sldId="2147483648"/>
            <pc:sldLayoutMk cId="0" sldId="2147483653"/>
          </pc:sldLayoutMkLst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Fake Test User" userId="SID-0" providerId="Test" clId="FakeClientId" dt="2019-03-06T03:32:34.489" v="40" actId="790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2:50.472" v="41" actId="790"/>
          <pc:sldLayoutMkLst>
            <pc:docMk/>
            <pc:sldMasterMk cId="0" sldId="2147483648"/>
            <pc:sldLayoutMk cId="0" sldId="2147483654"/>
          </pc:sldLayoutMkLst>
          <pc:spChg chg="mod">
            <ac:chgData name="Fake Test User" userId="SID-0" providerId="Test" clId="FakeClientId" dt="2019-03-06T03:32:50.472" v="41" actId="790"/>
            <ac:spMkLst>
              <pc:docMk/>
              <pc:sldMasterMk cId="0" sldId="2147483648"/>
              <pc:sldLayoutMk cId="0" sldId="2147483654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2:50.472" v="41" actId="790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2:50.472" v="41" actId="790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2:50.472" v="41" actId="790"/>
            <ac:spMkLst>
              <pc:docMk/>
              <pc:sldMasterMk cId="0" sldId="2147483648"/>
              <pc:sldLayoutMk cId="0" sldId="2147483654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2:58.753" v="42" actId="790"/>
          <pc:sldLayoutMkLst>
            <pc:docMk/>
            <pc:sldMasterMk cId="0" sldId="2147483648"/>
            <pc:sldLayoutMk cId="0" sldId="2147483655"/>
          </pc:sldLayoutMkLst>
          <pc:spChg chg="mod">
            <ac:chgData name="Fake Test User" userId="SID-0" providerId="Test" clId="FakeClientId" dt="2019-03-06T03:32:58.753" v="42" actId="790"/>
            <ac:spMkLst>
              <pc:docMk/>
              <pc:sldMasterMk cId="0" sldId="2147483648"/>
              <pc:sldLayoutMk cId="0" sldId="2147483655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2:58.753" v="42" actId="790"/>
            <ac:spMkLst>
              <pc:docMk/>
              <pc:sldMasterMk cId="0" sldId="2147483648"/>
              <pc:sldLayoutMk cId="0" sldId="2147483655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2:58.753" v="42" actId="790"/>
            <ac:spMkLst>
              <pc:docMk/>
              <pc:sldMasterMk cId="0" sldId="2147483648"/>
              <pc:sldLayoutMk cId="0" sldId="2147483655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3:10.330" v="43" actId="790"/>
          <pc:sldLayoutMkLst>
            <pc:docMk/>
            <pc:sldMasterMk cId="0" sldId="2147483648"/>
            <pc:sldLayoutMk cId="0" sldId="2147483656"/>
          </pc:sldLayoutMkLst>
          <pc:spChg chg="mod">
            <ac:chgData name="Fake Test User" userId="SID-0" providerId="Test" clId="FakeClientId" dt="2019-03-06T03:33:10.330" v="43" actId="790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3:10.330" v="43" actId="790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3:10.330" v="43" actId="790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3:10.330" v="43" actId="790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3:10.330" v="43" actId="790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3:10.330" v="43" actId="790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5:47.666" v="54" actId="790"/>
          <pc:sldLayoutMkLst>
            <pc:docMk/>
            <pc:sldMasterMk cId="0" sldId="2147483648"/>
            <pc:sldLayoutMk cId="0" sldId="2147483658"/>
          </pc:sldLayoutMkLst>
          <pc:spChg chg="mod">
            <ac:chgData name="Fake Test User" userId="SID-0" providerId="Test" clId="FakeClientId" dt="2019-03-06T03:35:47.666" v="54" actId="790"/>
            <ac:spMkLst>
              <pc:docMk/>
              <pc:sldMasterMk cId="0" sldId="2147483648"/>
              <pc:sldLayoutMk cId="0" sldId="2147483658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5:47.666" v="54" actId="790"/>
            <ac:spMkLst>
              <pc:docMk/>
              <pc:sldMasterMk cId="0" sldId="2147483648"/>
              <pc:sldLayoutMk cId="0" sldId="2147483658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5:47.666" v="54" actId="790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5:47.666" v="54" actId="790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5:47.666" v="54" actId="790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5:57.603" v="55" actId="790"/>
          <pc:sldLayoutMkLst>
            <pc:docMk/>
            <pc:sldMasterMk cId="0" sldId="2147483648"/>
            <pc:sldLayoutMk cId="0" sldId="2147483659"/>
          </pc:sldLayoutMkLst>
          <pc:spChg chg="mod">
            <ac:chgData name="Fake Test User" userId="SID-0" providerId="Test" clId="FakeClientId" dt="2019-03-06T03:35:57.603" v="55" actId="790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5:57.603" v="55" actId="790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5:57.603" v="55" actId="790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5:57.603" v="55" actId="790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5:57.603" v="55" actId="790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4:10.140" v="47" actId="790"/>
          <pc:sldLayoutMkLst>
            <pc:docMk/>
            <pc:sldMasterMk cId="0" sldId="2147483648"/>
            <pc:sldLayoutMk cId="0" sldId="2147483661"/>
          </pc:sldLayoutMkLst>
          <pc:spChg chg="mod">
            <ac:chgData name="Fake Test User" userId="SID-0" providerId="Test" clId="FakeClientId" dt="2019-03-06T03:34:10.140" v="47" actId="790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4:10.140" v="47" actId="790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4:10.140" v="47" actId="790"/>
            <ac:spMkLst>
              <pc:docMk/>
              <pc:sldMasterMk cId="0" sldId="2147483648"/>
              <pc:sldLayoutMk cId="0" sldId="2147483661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4:10.140" v="47" actId="790"/>
            <ac:spMkLst>
              <pc:docMk/>
              <pc:sldMasterMk cId="0" sldId="2147483648"/>
              <pc:sldLayoutMk cId="0" sldId="2147483661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4:10.140" v="47" actId="790"/>
            <ac:spMkLst>
              <pc:docMk/>
              <pc:sldMasterMk cId="0" sldId="2147483648"/>
              <pc:sldLayoutMk cId="0" sldId="2147483661"/>
              <ac:spMk id="8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4:37.013" v="49" actId="790"/>
          <pc:sldLayoutMkLst>
            <pc:docMk/>
            <pc:sldMasterMk cId="0" sldId="2147483648"/>
            <pc:sldLayoutMk cId="0" sldId="2147483662"/>
          </pc:sldLayoutMkLst>
          <pc:spChg chg="mod">
            <ac:chgData name="Fake Test User" userId="SID-0" providerId="Test" clId="FakeClientId" dt="2019-03-06T03:34:37.013" v="49" actId="790"/>
            <ac:spMkLst>
              <pc:docMk/>
              <pc:sldMasterMk cId="0" sldId="2147483648"/>
              <pc:sldLayoutMk cId="0" sldId="2147483662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4:37.013" v="49" actId="790"/>
            <ac:spMkLst>
              <pc:docMk/>
              <pc:sldMasterMk cId="0" sldId="2147483648"/>
              <pc:sldLayoutMk cId="0" sldId="2147483662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4:37.013" v="49" actId="790"/>
            <ac:spMkLst>
              <pc:docMk/>
              <pc:sldMasterMk cId="0" sldId="2147483648"/>
              <pc:sldLayoutMk cId="0" sldId="2147483662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4:37.013" v="49" actId="790"/>
            <ac:spMkLst>
              <pc:docMk/>
              <pc:sldMasterMk cId="0" sldId="2147483648"/>
              <pc:sldLayoutMk cId="0" sldId="2147483662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4:37.013" v="49" actId="790"/>
            <ac:spMkLst>
              <pc:docMk/>
              <pc:sldMasterMk cId="0" sldId="2147483648"/>
              <pc:sldLayoutMk cId="0" sldId="2147483662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4:46.857" v="50" actId="790"/>
          <pc:sldLayoutMkLst>
            <pc:docMk/>
            <pc:sldMasterMk cId="0" sldId="2147483648"/>
            <pc:sldLayoutMk cId="0" sldId="2147483663"/>
          </pc:sldLayoutMkLst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8" creationId="{00000000-0000-0000-0000-000000000000}"/>
            </ac:spMkLst>
          </pc:spChg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9" creationId="{00000000-0000-0000-0000-000000000000}"/>
            </ac:spMkLst>
          </pc:spChg>
          <pc:spChg chg="mod">
            <ac:chgData name="Fake Test User" userId="SID-0" providerId="Test" clId="FakeClientId" dt="2019-03-06T03:34:46.857" v="50" actId="790"/>
            <ac:spMkLst>
              <pc:docMk/>
              <pc:sldMasterMk cId="0" sldId="2147483648"/>
              <pc:sldLayoutMk cId="0" sldId="2147483663"/>
              <ac:spMk id="15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4:23.686" v="48" actId="790"/>
          <pc:sldLayoutMkLst>
            <pc:docMk/>
            <pc:sldMasterMk cId="0" sldId="2147483648"/>
            <pc:sldLayoutMk cId="0" sldId="2147483664"/>
          </pc:sldLayoutMkLst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10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11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12" creationId="{00000000-0000-0000-0000-000000000000}"/>
            </ac:spMkLst>
          </pc:spChg>
          <pc:spChg chg="mod">
            <ac:chgData name="Fake Test User" userId="SID-0" providerId="Test" clId="FakeClientId" dt="2019-03-06T03:34:23.686" v="48" actId="790"/>
            <ac:spMkLst>
              <pc:docMk/>
              <pc:sldMasterMk cId="0" sldId="2147483648"/>
              <pc:sldLayoutMk cId="0" sldId="2147483664"/>
              <ac:spMk id="15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5:00.168" v="51" actId="790"/>
          <pc:sldLayoutMkLst>
            <pc:docMk/>
            <pc:sldMasterMk cId="0" sldId="2147483648"/>
            <pc:sldLayoutMk cId="0" sldId="2147483665"/>
          </pc:sldLayoutMkLst>
          <pc:spChg chg="mod">
            <ac:chgData name="Fake Test User" userId="SID-0" providerId="Test" clId="FakeClientId" dt="2019-03-06T03:35:00.168" v="51" actId="790"/>
            <ac:spMkLst>
              <pc:docMk/>
              <pc:sldMasterMk cId="0" sldId="2147483648"/>
              <pc:sldLayoutMk cId="0" sldId="2147483665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5:00.168" v="51" actId="790"/>
            <ac:spMkLst>
              <pc:docMk/>
              <pc:sldMasterMk cId="0" sldId="2147483648"/>
              <pc:sldLayoutMk cId="0" sldId="2147483665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5:00.168" v="51" actId="790"/>
            <ac:spMkLst>
              <pc:docMk/>
              <pc:sldMasterMk cId="0" sldId="2147483648"/>
              <pc:sldLayoutMk cId="0" sldId="2147483665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5:00.168" v="51" actId="790"/>
            <ac:spMkLst>
              <pc:docMk/>
              <pc:sldMasterMk cId="0" sldId="2147483648"/>
              <pc:sldLayoutMk cId="0" sldId="2147483665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5:00.168" v="51" actId="790"/>
            <ac:spMkLst>
              <pc:docMk/>
              <pc:sldMasterMk cId="0" sldId="2147483648"/>
              <pc:sldLayoutMk cId="0" sldId="2147483665"/>
              <ac:spMk id="10" creationId="{00000000-0000-0000-0000-000000000000}"/>
            </ac:spMkLst>
          </pc:spChg>
          <pc:spChg chg="mod">
            <ac:chgData name="Fake Test User" userId="SID-0" providerId="Test" clId="FakeClientId" dt="2019-03-06T03:35:00.168" v="51" actId="790"/>
            <ac:spMkLst>
              <pc:docMk/>
              <pc:sldMasterMk cId="0" sldId="2147483648"/>
              <pc:sldLayoutMk cId="0" sldId="2147483665"/>
              <ac:spMk id="13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3:59.140" v="46" actId="790"/>
          <pc:sldLayoutMkLst>
            <pc:docMk/>
            <pc:sldMasterMk cId="0" sldId="2147483648"/>
            <pc:sldLayoutMk cId="0" sldId="2147483667"/>
          </pc:sldLayoutMkLst>
          <pc:spChg chg="mod">
            <ac:chgData name="Fake Test User" userId="SID-0" providerId="Test" clId="FakeClientId" dt="2019-03-06T03:33:59.140" v="46" actId="790"/>
            <ac:spMkLst>
              <pc:docMk/>
              <pc:sldMasterMk cId="0" sldId="2147483648"/>
              <pc:sldLayoutMk cId="0" sldId="2147483667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3:59.140" v="46" actId="790"/>
            <ac:spMkLst>
              <pc:docMk/>
              <pc:sldMasterMk cId="0" sldId="2147483648"/>
              <pc:sldLayoutMk cId="0" sldId="2147483667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3:59.140" v="46" actId="790"/>
            <ac:spMkLst>
              <pc:docMk/>
              <pc:sldMasterMk cId="0" sldId="2147483648"/>
              <pc:sldLayoutMk cId="0" sldId="2147483667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3:59.140" v="46" actId="790"/>
            <ac:spMkLst>
              <pc:docMk/>
              <pc:sldMasterMk cId="0" sldId="2147483648"/>
              <pc:sldLayoutMk cId="0" sldId="2147483667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3:59.140" v="46" actId="790"/>
            <ac:spMkLst>
              <pc:docMk/>
              <pc:sldMasterMk cId="0" sldId="2147483648"/>
              <pc:sldLayoutMk cId="0" sldId="2147483667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3:59.140" v="46" actId="790"/>
            <ac:spMkLst>
              <pc:docMk/>
              <pc:sldMasterMk cId="0" sldId="2147483648"/>
              <pc:sldLayoutMk cId="0" sldId="2147483667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3:29.236" v="44" actId="790"/>
          <pc:sldLayoutMkLst>
            <pc:docMk/>
            <pc:sldMasterMk cId="0" sldId="2147483648"/>
            <pc:sldLayoutMk cId="0" sldId="2147483668"/>
          </pc:sldLayoutMkLst>
          <pc:spChg chg="mod">
            <ac:chgData name="Fake Test User" userId="SID-0" providerId="Test" clId="FakeClientId" dt="2019-03-06T03:33:29.236" v="44" actId="790"/>
            <ac:spMkLst>
              <pc:docMk/>
              <pc:sldMasterMk cId="0" sldId="2147483648"/>
              <pc:sldLayoutMk cId="0" sldId="2147483668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3:29.236" v="44" actId="790"/>
            <ac:spMkLst>
              <pc:docMk/>
              <pc:sldMasterMk cId="0" sldId="2147483648"/>
              <pc:sldLayoutMk cId="0" sldId="2147483668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3:29.236" v="44" actId="790"/>
            <ac:spMkLst>
              <pc:docMk/>
              <pc:sldMasterMk cId="0" sldId="2147483648"/>
              <pc:sldLayoutMk cId="0" sldId="2147483668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3:29.236" v="44" actId="790"/>
            <ac:spMkLst>
              <pc:docMk/>
              <pc:sldMasterMk cId="0" sldId="2147483648"/>
              <pc:sldLayoutMk cId="0" sldId="2147483668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3:29.236" v="44" actId="790"/>
            <ac:spMkLst>
              <pc:docMk/>
              <pc:sldMasterMk cId="0" sldId="2147483648"/>
              <pc:sldLayoutMk cId="0" sldId="2147483668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3:29.236" v="44" actId="790"/>
            <ac:spMkLst>
              <pc:docMk/>
              <pc:sldMasterMk cId="0" sldId="2147483648"/>
              <pc:sldLayoutMk cId="0" sldId="2147483668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5:28.214" v="52" actId="790"/>
          <pc:sldLayoutMkLst>
            <pc:docMk/>
            <pc:sldMasterMk cId="0" sldId="2147483648"/>
            <pc:sldLayoutMk cId="0" sldId="2147483669"/>
          </pc:sldLayoutMkLst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7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14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16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19" creationId="{00000000-0000-0000-0000-000000000000}"/>
            </ac:spMkLst>
          </pc:spChg>
          <pc:spChg chg="mod">
            <ac:chgData name="Fake Test User" userId="SID-0" providerId="Test" clId="FakeClientId" dt="2019-03-06T03:35:28.214" v="52" actId="790"/>
            <ac:spMkLst>
              <pc:docMk/>
              <pc:sldMasterMk cId="0" sldId="2147483648"/>
              <pc:sldLayoutMk cId="0" sldId="2147483669"/>
              <ac:spMk id="20" creationId="{00000000-0000-0000-0000-000000000000}"/>
            </ac:spMkLst>
          </pc:spChg>
        </pc:sldLayoutChg>
        <pc:sldLayoutChg chg="modSp">
          <pc:chgData name="Fake Test User" userId="SID-0" providerId="Test" clId="FakeClientId" dt="2019-03-06T03:35:39.104" v="53" actId="790"/>
          <pc:sldLayoutMkLst>
            <pc:docMk/>
            <pc:sldMasterMk cId="0" sldId="2147483648"/>
            <pc:sldLayoutMk cId="0" sldId="2147483670"/>
          </pc:sldLayoutMkLst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2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3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4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5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6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7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14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22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23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24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29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30" creationId="{00000000-0000-0000-0000-000000000000}"/>
            </ac:spMkLst>
          </pc:spChg>
          <pc:spChg chg="mod">
            <ac:chgData name="Fake Test User" userId="SID-0" providerId="Test" clId="FakeClientId" dt="2019-03-06T03:35:39.104" v="53" actId="790"/>
            <ac:spMkLst>
              <pc:docMk/>
              <pc:sldMasterMk cId="0" sldId="2147483648"/>
              <pc:sldLayoutMk cId="0" sldId="2147483670"/>
              <ac:spMk id="31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pPr rtl="0"/>
            <a:fld id="{D3E624CC-0968-47E7-B853-4D87162F2692}" type="datetime1">
              <a:rPr lang="es-ES" smtClean="0"/>
              <a:t>15/02/2025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pPr rtl="0"/>
            <a:fld id="{DA6FC261-E491-4C42-A663-B95247CC4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031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F3202EF-28D2-461B-88FF-CA80457B63CC}" type="datetime1">
              <a:rPr lang="es-ES" smtClean="0"/>
              <a:pPr/>
              <a:t>15/02/2025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pPr rtl="0"/>
            <a:fld id="{333E963C-1534-4F8D-B2A7-66D81AA25953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118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79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2057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3E963C-1534-4F8D-B2A7-66D81AA2595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484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284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894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4450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4427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3063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33E963C-1534-4F8D-B2A7-66D81AA259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0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 rtl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181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6E39-897F-E68E-0E61-05EE770C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F3048247-EE3E-5770-5106-49AA3958B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5C07D4A1-BBB0-2ED1-D0F9-A47230F5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6B917D-2968-88CD-576B-C5CC95466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257B995-136A-4A15-87A5-26420C3C1021}" type="slidenum">
              <a:rPr lang="es-ES" smtClean="0"/>
              <a:pPr rtl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054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D613FE-24EF-4DC4-A006-50DB54775F43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5AAC7E-FEF4-4409-969F-827F548B39F6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C8D130-E407-42C3-B7F1-0EC35016BF99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2BB105-2E9C-4E49-934A-1D8581E18F50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353EBE-86C7-4467-BF39-B55AAC3C153F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1D3FC3-5401-4A14-B22A-5E314F9110C1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EB314D-C727-491B-9E76-C88BBFF09093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7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2D4D08-085A-4143-ACF2-096824654C78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610A03-E92C-4370-9D06-7B6C1E61FBD9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0136D1-F656-478F-919A-E05467B1E607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1E29FF-9087-4F5B-99DC-22C7B99B69B1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11" name="Marcador de texto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400" cap="small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Editar el estilo de texto del patrón</a:t>
            </a:r>
          </a:p>
        </p:txBody>
      </p:sp>
      <p:sp>
        <p:nvSpPr>
          <p:cNvPr id="12" name="Cuadro de texto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“</a:t>
            </a:r>
          </a:p>
        </p:txBody>
      </p:sp>
      <p:sp>
        <p:nvSpPr>
          <p:cNvPr id="15" name="Cuadro de texto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”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73B085-4D72-4F6A-A07C-AB5535731B5C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C8A97-9F17-42D2-A429-92FA7FF2D11C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2766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texto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800" b="0" i="0" kern="1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9" name="Cuadro de texto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“</a:t>
            </a:r>
          </a:p>
        </p:txBody>
      </p:sp>
      <p:sp>
        <p:nvSpPr>
          <p:cNvPr id="15" name="Cuadro de texto 14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”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F900EB-74D5-40E0-8997-AFBB52EACB9C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13" name="Marcador de posición de texto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rtlCol="0" anchor="b">
            <a:normAutofit/>
          </a:bodyPr>
          <a:lstStyle>
            <a:lvl1pPr marL="0" indent="0" algn="l" defTabSz="457200" rtl="0" eaLnBrk="1" latinLnBrk="0" hangingPunct="1">
              <a:buNone/>
              <a:defRPr lang="en-US" sz="3600" b="0" i="0" kern="1200" cap="none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2CE333-18B0-4886-AE16-375CF27830BE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16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cxnSp>
        <p:nvCxnSpPr>
          <p:cNvPr id="17" name="Conector recto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19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cxnSp>
        <p:nvCxnSpPr>
          <p:cNvPr id="18" name="Conector recto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20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F58831-C08D-4367-AFED-087B7BCA72C9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29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2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cxnSp>
        <p:nvCxnSpPr>
          <p:cNvPr id="19" name="Conector recto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30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cxnSp>
        <p:nvCxnSpPr>
          <p:cNvPr id="20" name="Conector recto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31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E7BF39-EBF3-4002-A944-458ACE27F4CB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 anchorCtr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7000D3-A71B-4B09-8DC4-7BD6855AB4F8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52463" y="430213"/>
            <a:ext cx="7423149" cy="5826125"/>
          </a:xfrm>
        </p:spPr>
        <p:txBody>
          <a:bodyPr vert="eaVert" rtlCol="0"/>
          <a:lstStyle/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6A5502-01FA-44C4-AC32-04E688ABC555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Elipse 16"/>
          <p:cNvSpPr/>
          <p:nvPr userDrawn="1"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fld id="{248D4805-061F-4FE8-BEF4-C36FD38D78D9}" type="datetime1">
              <a:rPr lang="es-ES" noProof="0" smtClean="0"/>
              <a:t>15/02/2025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14" name="Rectángulo 13"/>
          <p:cNvSpPr/>
          <p:nvPr userDrawn="1"/>
        </p:nvSpPr>
        <p:spPr bwMode="blackWhite"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3" r:id="rId14"/>
    <p:sldLayoutId id="2147483665" r:id="rId15"/>
    <p:sldLayoutId id="2147483669" r:id="rId16"/>
    <p:sldLayoutId id="2147483670" r:id="rId17"/>
    <p:sldLayoutId id="2147483658" r:id="rId18"/>
    <p:sldLayoutId id="2147483659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ionalgeographic.es/historia/2021/11/breve-historia-del-inicio-de-la-lucha-contra-la-segregacion-racial-en-ee-u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.org/es/cr%C3%B3nica-onu/la-lucha-contra-el-apartheid-lecciones-para-el-mundo-de-hoy" TargetMode="External"/><Relationship Id="rId7" Type="http://schemas.openxmlformats.org/officeDocument/2006/relationships/hyperlink" Target="https://www.scielo.org.mx/scielo.php?script=sci_arttext&amp;pid=S1607-4041200900020000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erianacali.edu.co/noticias/la-importancia-de-la-interculturalidad#:~:text=La%20interculturalidad%20se%20refiere%20al,la%20comprensi%C3%B3n%20y%20la%20colaboraci%C3%B3n" TargetMode="External"/><Relationship Id="rId5" Type="http://schemas.openxmlformats.org/officeDocument/2006/relationships/hyperlink" Target="https://www.dgcs.unam.mx/boletin/bdboletin/2017_519.html" TargetMode="External"/><Relationship Id="rId4" Type="http://schemas.openxmlformats.org/officeDocument/2006/relationships/hyperlink" Target="https://www.scielo.org.mx/scielo.php?script=sci_arttext&amp;pid=S1405-742520010002000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16755" y="0"/>
            <a:ext cx="7950945" cy="3329581"/>
          </a:xfrm>
        </p:spPr>
        <p:txBody>
          <a:bodyPr rtlCol="0"/>
          <a:lstStyle/>
          <a:p>
            <a:pPr rtl="0"/>
            <a:r>
              <a:rPr lang="es-ES" sz="6000" dirty="0"/>
              <a:t>Enfoques ante la diversidad cultural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412004" y="3443880"/>
            <a:ext cx="7760445" cy="1001120"/>
          </a:xfrm>
        </p:spPr>
        <p:txBody>
          <a:bodyPr rtlCol="0">
            <a:normAutofit lnSpcReduction="10000"/>
          </a:bodyPr>
          <a:lstStyle/>
          <a:p>
            <a:r>
              <a:rPr lang="es-MX" dirty="0"/>
              <a:t>Multiculturalidad, </a:t>
            </a:r>
            <a:r>
              <a:rPr lang="es-MX" dirty="0" err="1"/>
              <a:t>Asimilacionismo</a:t>
            </a:r>
            <a:r>
              <a:rPr lang="es-MX" dirty="0"/>
              <a:t>, </a:t>
            </a:r>
            <a:r>
              <a:rPr lang="es-MX" dirty="0" err="1"/>
              <a:t>Integracionismo</a:t>
            </a:r>
            <a:r>
              <a:rPr lang="es-MX" dirty="0"/>
              <a:t>, formación de Guetos, Balcanización, Etnocentrismo, Segregacionismo e interculturalidad.</a:t>
            </a:r>
            <a:endParaRPr lang="es-ES" dirty="0"/>
          </a:p>
        </p:txBody>
      </p:sp>
      <p:sp>
        <p:nvSpPr>
          <p:cNvPr id="2" name="Rectángulo 1"/>
          <p:cNvSpPr/>
          <p:nvPr/>
        </p:nvSpPr>
        <p:spPr>
          <a:xfrm>
            <a:off x="412004" y="44450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dirty="0">
                <a:solidFill>
                  <a:schemeClr val="accent3"/>
                </a:solidFill>
              </a:rPr>
              <a:t>Integrantes:</a:t>
            </a:r>
          </a:p>
          <a:p>
            <a:r>
              <a:rPr lang="es-MX" dirty="0"/>
              <a:t>Emilio Rosas Valencia 267642</a:t>
            </a:r>
          </a:p>
          <a:p>
            <a:r>
              <a:rPr lang="es-MX" dirty="0"/>
              <a:t>Jonatan Daniel </a:t>
            </a:r>
            <a:r>
              <a:rPr lang="es-MX"/>
              <a:t>Oros Cortez 229136</a:t>
            </a:r>
            <a:endParaRPr lang="es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>
                <a:solidFill>
                  <a:schemeClr val="accent3"/>
                </a:solidFill>
              </a:rPr>
              <a:t>Multiculturalidad</a:t>
            </a:r>
            <a:r>
              <a:rPr lang="es-ES" dirty="0"/>
              <a:t> 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-114907" y="1748119"/>
            <a:ext cx="8636607" cy="4195481"/>
          </a:xfrm>
        </p:spPr>
        <p:txBody>
          <a:bodyPr rtlCol="0"/>
          <a:lstStyle/>
          <a:p>
            <a:r>
              <a:rPr lang="es-ES" dirty="0">
                <a:solidFill>
                  <a:schemeClr val="accent3"/>
                </a:solidFill>
              </a:rPr>
              <a:t>Ejemplo:</a:t>
            </a:r>
            <a:r>
              <a:rPr lang="es-ES" dirty="0"/>
              <a:t> Un claro ejemplo de multiculturalidad es nuestro país: </a:t>
            </a:r>
            <a:r>
              <a:rPr lang="es-ES" dirty="0">
                <a:solidFill>
                  <a:srgbClr val="92D050"/>
                </a:solidFill>
              </a:rPr>
              <a:t>Mé</a:t>
            </a:r>
            <a:r>
              <a:rPr lang="es-ES" dirty="0"/>
              <a:t>xi</a:t>
            </a:r>
            <a:r>
              <a:rPr lang="es-ES" dirty="0">
                <a:solidFill>
                  <a:srgbClr val="FF0000"/>
                </a:solidFill>
              </a:rPr>
              <a:t>co</a:t>
            </a:r>
            <a:r>
              <a:rPr lang="es-ES" dirty="0"/>
              <a:t>, ya que </a:t>
            </a:r>
            <a:r>
              <a:rPr lang="es-MX" dirty="0"/>
              <a:t>tiene múltiples culturas y está conformado por muchos grupos étnicos, mejor conocidos como pueblos indígenas, originarios de una tierra, con costumbres, lenguas y culturas propias.</a:t>
            </a:r>
          </a:p>
          <a:p>
            <a:endParaRPr lang="es-MX" dirty="0"/>
          </a:p>
          <a:p>
            <a:r>
              <a:rPr lang="es-MX" dirty="0">
                <a:solidFill>
                  <a:schemeClr val="accent3"/>
                </a:solidFill>
              </a:rPr>
              <a:t>Impacto en el mundo: </a:t>
            </a:r>
            <a:r>
              <a:rPr lang="es-MX" dirty="0"/>
              <a:t> La rica herencia cultural de México ha dejado una huella profunda en todo el planeta. Desde la música vibrante hasta la deliciosa gastronomía, México ha enriquecido el mundo de muchas maneras. </a:t>
            </a:r>
            <a:endParaRPr lang="es-MX" dirty="0">
              <a:solidFill>
                <a:schemeClr val="accent3"/>
              </a:solidFill>
            </a:endParaRPr>
          </a:p>
          <a:p>
            <a:endParaRPr lang="es-ES" dirty="0">
              <a:solidFill>
                <a:schemeClr val="accent3"/>
              </a:solidFill>
            </a:endParaRPr>
          </a:p>
        </p:txBody>
      </p:sp>
      <p:pic>
        <p:nvPicPr>
          <p:cNvPr id="1026" name="Picture 2" descr="Adiós al Día de la Raza, en México se celebra el 12 de octubre el Día de la  Nación Pluricultural - AS Méxi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700" y="759284"/>
            <a:ext cx="35814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stronomía Mexicana: Historia y platillos | Hoteles Empori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700" y="3973488"/>
            <a:ext cx="3362325" cy="197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00101" y="254000"/>
            <a:ext cx="7999315" cy="3276600"/>
          </a:xfrm>
        </p:spPr>
        <p:txBody>
          <a:bodyPr rtlCol="0"/>
          <a:lstStyle/>
          <a:p>
            <a:r>
              <a:rPr lang="es-MX" sz="4200" dirty="0" err="1">
                <a:solidFill>
                  <a:srgbClr val="FFC000"/>
                </a:solidFill>
              </a:rPr>
              <a:t>Asimilacionismo</a:t>
            </a:r>
            <a:endParaRPr lang="es-ES" sz="4200" dirty="0">
              <a:solidFill>
                <a:srgbClr val="FFC000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2"/>
          </p:nvPr>
        </p:nvSpPr>
        <p:spPr>
          <a:xfrm>
            <a:off x="241301" y="1892300"/>
            <a:ext cx="8229600" cy="3797300"/>
          </a:xfrm>
        </p:spPr>
        <p:txBody>
          <a:bodyPr rtlCol="0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rgbClr val="FFC000"/>
                </a:solidFill>
              </a:rPr>
              <a:t>Ejemplo: </a:t>
            </a:r>
            <a:r>
              <a:rPr lang="es-ES" dirty="0">
                <a:solidFill>
                  <a:schemeClr val="tx1"/>
                </a:solidFill>
              </a:rPr>
              <a:t>Un ejemplo de </a:t>
            </a:r>
            <a:r>
              <a:rPr lang="es-ES" dirty="0" err="1">
                <a:solidFill>
                  <a:schemeClr val="tx1"/>
                </a:solidFill>
              </a:rPr>
              <a:t>asimilacionismo</a:t>
            </a:r>
            <a:r>
              <a:rPr lang="es-ES" dirty="0">
                <a:solidFill>
                  <a:schemeClr val="tx1"/>
                </a:solidFill>
              </a:rPr>
              <a:t> sería la llegada de los españoles a América, y obligaron a </a:t>
            </a:r>
            <a:r>
              <a:rPr lang="es-MX" dirty="0">
                <a:solidFill>
                  <a:schemeClr val="tx1"/>
                </a:solidFill>
              </a:rPr>
              <a:t>los pueblos indígenas a adoptar el idioma español, la religión católica  y las costumbres europeas.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MX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MX" dirty="0">
                <a:solidFill>
                  <a:srgbClr val="FFC000"/>
                </a:solidFill>
              </a:rPr>
              <a:t>Impacto en México y en el mundo: </a:t>
            </a:r>
            <a:r>
              <a:rPr lang="es-MX" dirty="0">
                <a:solidFill>
                  <a:schemeClr val="tx1"/>
                </a:solidFill>
              </a:rPr>
              <a:t>Muchas comunidades indígenas han abandonado sus lenguas para hablar solo español, ya sea por discriminación o por la creencia de que es la única forma de tener mejores oportunidades laborales y educativas.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50" name="Picture 2" descr="12 de octubre 1492; ¿descubrimiento de América? | Secretaría de Cultura |  Gobierno | gob.m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416" y="1739901"/>
            <a:ext cx="2994767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20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>
                <a:solidFill>
                  <a:srgbClr val="FFC000"/>
                </a:solidFill>
              </a:rPr>
              <a:t>Integracionismo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46111" y="1608418"/>
            <a:ext cx="8946541" cy="4195481"/>
          </a:xfrm>
        </p:spPr>
        <p:txBody>
          <a:bodyPr rtlCol="0"/>
          <a:lstStyle/>
          <a:p>
            <a:r>
              <a:rPr lang="es-ES" dirty="0">
                <a:solidFill>
                  <a:srgbClr val="FFC000"/>
                </a:solidFill>
              </a:rPr>
              <a:t>Ejemplo: </a:t>
            </a:r>
            <a:r>
              <a:rPr lang="es-ES" dirty="0"/>
              <a:t>Aquellos latinos que se mudan a los EEUU han tenido que adoptar el inglés </a:t>
            </a:r>
            <a:r>
              <a:rPr lang="es-MX" dirty="0"/>
              <a:t>y muchas costumbres estadounidenses, pero al mismo tiempo han mantenido su idioma, su gastronomía y sus festividades como el Día de los Muertos.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dirty="0">
                <a:solidFill>
                  <a:srgbClr val="FFC000"/>
                </a:solidFill>
              </a:rPr>
              <a:t> Impacto en México y en el mundo del </a:t>
            </a:r>
            <a:r>
              <a:rPr lang="es-ES" dirty="0" err="1">
                <a:solidFill>
                  <a:srgbClr val="FFC000"/>
                </a:solidFill>
              </a:rPr>
              <a:t>integracionismo</a:t>
            </a:r>
            <a:r>
              <a:rPr lang="es-ES" dirty="0">
                <a:solidFill>
                  <a:srgbClr val="FFC000"/>
                </a:solidFill>
              </a:rPr>
              <a:t>: </a:t>
            </a:r>
            <a:r>
              <a:rPr lang="es-ES" dirty="0"/>
              <a:t>En México,  </a:t>
            </a:r>
            <a:r>
              <a:rPr lang="es-MX" dirty="0"/>
              <a:t>en algunas regiones, las comunidades indígenas han logrado integrarse a la sociedad sin perder su identidad.</a:t>
            </a:r>
          </a:p>
          <a:p>
            <a:pPr marL="0" indent="0">
              <a:buNone/>
            </a:pPr>
            <a:r>
              <a:rPr lang="es-MX" dirty="0">
                <a:solidFill>
                  <a:srgbClr val="FFC000"/>
                </a:solidFill>
              </a:rPr>
              <a:t>   </a:t>
            </a:r>
            <a:r>
              <a:rPr lang="es-MX" dirty="0"/>
              <a:t>En el mundo, la aceptación de la diversidad ha llevado a leyes de protección de minorías en muchos países, promoviendo la igualdad de oportunidades, siendo un impacto positivo total.</a:t>
            </a:r>
            <a:endParaRPr lang="es-ES" dirty="0">
              <a:solidFill>
                <a:srgbClr val="FFC000"/>
              </a:solidFill>
            </a:endParaRPr>
          </a:p>
        </p:txBody>
      </p:sp>
      <p:pic>
        <p:nvPicPr>
          <p:cNvPr id="3074" name="Picture 2" descr="Intercambio Cultur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52" y="12954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Voces Méxi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353" y="4810126"/>
            <a:ext cx="2689552" cy="151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>
                <a:solidFill>
                  <a:srgbClr val="FFC000"/>
                </a:solidFill>
              </a:rPr>
              <a:t>Formación de Guetos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2113" y="1535748"/>
            <a:ext cx="7989887" cy="4195481"/>
          </a:xfrm>
        </p:spPr>
        <p:txBody>
          <a:bodyPr/>
          <a:lstStyle/>
          <a:p>
            <a:r>
              <a:rPr lang="es-MX" dirty="0"/>
              <a:t>Históricamente los guetos han surgido debido a la exclusión de ciertos grupos, un </a:t>
            </a:r>
            <a:r>
              <a:rPr lang="es-MX" dirty="0">
                <a:solidFill>
                  <a:schemeClr val="accent3"/>
                </a:solidFill>
              </a:rPr>
              <a:t>ejemplo</a:t>
            </a:r>
            <a:r>
              <a:rPr lang="es-MX" dirty="0"/>
              <a:t> de ello serían los judíos durante la segunda guerra mundial, donde eran llevados a campos de concentración.</a:t>
            </a:r>
          </a:p>
          <a:p>
            <a:endParaRPr lang="es-MX" dirty="0"/>
          </a:p>
          <a:p>
            <a:r>
              <a:rPr lang="es-MX" dirty="0">
                <a:solidFill>
                  <a:schemeClr val="accent3"/>
                </a:solidFill>
              </a:rPr>
              <a:t> Impacto en México: </a:t>
            </a:r>
            <a:r>
              <a:rPr lang="es-MX" dirty="0"/>
              <a:t>En México, los guetos no siempre son étnicos, pero sí económicos. Muchas ciudades tienen zonas marginadas donde viven personas de bajos recursos, mientras que las clases altas residen en fraccionamientos privados.</a:t>
            </a:r>
          </a:p>
          <a:p>
            <a:pPr marL="0" indent="0">
              <a:buNone/>
            </a:pPr>
            <a:r>
              <a:rPr lang="es-MX" dirty="0">
                <a:solidFill>
                  <a:schemeClr val="accent3"/>
                </a:solidFill>
              </a:rPr>
              <a:t>      </a:t>
            </a:r>
            <a:r>
              <a:rPr lang="es-MX" dirty="0"/>
              <a:t>Los guetos son negativos, reflejan la desigualdad económica y la falta de oportunidades para ciertos grupos.</a:t>
            </a:r>
            <a:endParaRPr lang="es-MX" dirty="0">
              <a:solidFill>
                <a:schemeClr val="accent3"/>
              </a:solidFill>
            </a:endParaRPr>
          </a:p>
        </p:txBody>
      </p:sp>
      <p:pic>
        <p:nvPicPr>
          <p:cNvPr id="4098" name="Picture 2" descr="Guetos verticales en Concepción: una amenaza para la ciudad sustentable -  CEDE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826" y="1535748"/>
            <a:ext cx="3146012" cy="185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uetos | Enciclopédia do Holocaus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826" y="3860106"/>
            <a:ext cx="3286125" cy="215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>
                <a:solidFill>
                  <a:srgbClr val="FFC000"/>
                </a:solidFill>
              </a:rPr>
              <a:t>Balcanización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>
                <a:solidFill>
                  <a:srgbClr val="FFC000"/>
                </a:solidFill>
              </a:rPr>
              <a:t>Etnocentrismo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FFC000"/>
                </a:solidFill>
              </a:rPr>
              <a:t>Segregacionismo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103312" y="2052918"/>
            <a:ext cx="8297863" cy="4514112"/>
          </a:xfrm>
        </p:spPr>
        <p:txBody>
          <a:bodyPr/>
          <a:lstStyle/>
          <a:p>
            <a:r>
              <a:rPr lang="es-MX" b="1" dirty="0">
                <a:solidFill>
                  <a:srgbClr val="EFB806"/>
                </a:solidFill>
              </a:rPr>
              <a:t>Ejemplo:</a:t>
            </a:r>
            <a:r>
              <a:rPr lang="es-MX" dirty="0"/>
              <a:t> El segregacionismo es básicamente el proceso en donde se creo una sub sociedad aparte de la ya existente y puede ser impuesta por el grupo dominante como por ejemplo en </a:t>
            </a:r>
            <a:r>
              <a:rPr lang="es-ES" dirty="0"/>
              <a:t>el apartheid en Sudáfrica (1948-1994), incluso la que hubo algunos años a tras en Estados Unidos o en </a:t>
            </a:r>
            <a:r>
              <a:rPr lang="es-ES" b="1" dirty="0"/>
              <a:t>México</a:t>
            </a:r>
            <a:r>
              <a:rPr lang="es-ES" dirty="0"/>
              <a:t> la discriminación de los pueblos indígenas que aun hoy no tienen acceso completo al mismo sistema que el resto</a:t>
            </a:r>
          </a:p>
          <a:p>
            <a:r>
              <a:rPr lang="es-ES" dirty="0">
                <a:solidFill>
                  <a:srgbClr val="EFB806"/>
                </a:solidFill>
              </a:rPr>
              <a:t>Impacto:</a:t>
            </a:r>
            <a:r>
              <a:rPr lang="es-ES" dirty="0"/>
              <a:t> El impacto que tiene en las personas es real al limitar las oportunidades que tienen y fomentar la desigualdad, así como el racismo</a:t>
            </a:r>
            <a:endParaRPr lang="es-MX" dirty="0"/>
          </a:p>
        </p:txBody>
      </p:sp>
      <p:pic>
        <p:nvPicPr>
          <p:cNvPr id="3074" name="Picture 2" descr="Concepto de segregación - Definición en ...">
            <a:extLst>
              <a:ext uri="{FF2B5EF4-FFF2-40B4-BE49-F238E27FC236}">
                <a16:creationId xmlns:a16="http://schemas.microsoft.com/office/drawing/2014/main" id="{37B9263D-EE5E-4404-CE23-C221A81DA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25" y="290970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egregacionismo y discriminación">
            <a:extLst>
              <a:ext uri="{FF2B5EF4-FFF2-40B4-BE49-F238E27FC236}">
                <a16:creationId xmlns:a16="http://schemas.microsoft.com/office/drawing/2014/main" id="{6FC292CE-FD63-98B9-B89E-7B09779EA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759" y="2609112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>
                <a:solidFill>
                  <a:srgbClr val="FFC000"/>
                </a:solidFill>
              </a:rPr>
              <a:t>Interculturalidad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103313" y="1288474"/>
            <a:ext cx="5962506" cy="4959926"/>
          </a:xfrm>
        </p:spPr>
        <p:txBody>
          <a:bodyPr>
            <a:normAutofit lnSpcReduction="10000"/>
          </a:bodyPr>
          <a:lstStyle/>
          <a:p>
            <a:r>
              <a:rPr lang="es-MX" dirty="0">
                <a:solidFill>
                  <a:srgbClr val="EFB806"/>
                </a:solidFill>
              </a:rPr>
              <a:t>Ejemplo:</a:t>
            </a:r>
            <a:r>
              <a:rPr lang="es-MX" dirty="0"/>
              <a:t> La interculturalidad es el intercambio o convivencia entre culturas ya sea por medio de personas o costumbres pero se basa en el respeto mutuo un ejemplo de ello podría ser los diferentes programas de inmigración de los distintos países como lo es de Canadá o de forma local aquí en México a la hora de impartir la educación de forma bilingüe en comunidades indígenas</a:t>
            </a:r>
          </a:p>
          <a:p>
            <a:r>
              <a:rPr lang="es-MX" dirty="0">
                <a:solidFill>
                  <a:srgbClr val="EFB806"/>
                </a:solidFill>
              </a:rPr>
              <a:t>Impacto:</a:t>
            </a:r>
            <a:r>
              <a:rPr lang="es-MX" dirty="0"/>
              <a:t> El impacto que ha tenido en el mundo es que hoy en día se tolera mas culturas distintas a las tuyos aunque sigan habiendo problemas es mucho menor hoy en día y en México a hecho que exista mas</a:t>
            </a:r>
            <a:r>
              <a:rPr lang="es-ES" dirty="0"/>
              <a:t> respeto hacia la diversidad cultural el cual fortalece la identidad indígena</a:t>
            </a:r>
            <a:endParaRPr lang="es-MX" dirty="0"/>
          </a:p>
          <a:p>
            <a:endParaRPr lang="es-MX" dirty="0"/>
          </a:p>
        </p:txBody>
      </p:sp>
      <p:pic>
        <p:nvPicPr>
          <p:cNvPr id="4098" name="Picture 2" descr="EDUCACIÓN INTERCULTURAL EN MÉXICO">
            <a:extLst>
              <a:ext uri="{FF2B5EF4-FFF2-40B4-BE49-F238E27FC236}">
                <a16:creationId xmlns:a16="http://schemas.microsoft.com/office/drawing/2014/main" id="{A545ED4F-2022-EDC4-3125-15FA7D037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900" y="3893828"/>
            <a:ext cx="3139787" cy="249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l rinconcito de Esther">
            <a:extLst>
              <a:ext uri="{FF2B5EF4-FFF2-40B4-BE49-F238E27FC236}">
                <a16:creationId xmlns:a16="http://schemas.microsoft.com/office/drawing/2014/main" id="{FCEEAA10-648C-0DA0-0FB6-8BC2B71BD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819" y="261263"/>
            <a:ext cx="21336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87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>
                <a:solidFill>
                  <a:srgbClr val="FFC000"/>
                </a:solidFill>
              </a:rPr>
              <a:t>Referencias bibliográficas</a:t>
            </a: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103312" y="1537856"/>
            <a:ext cx="9786361" cy="4710544"/>
          </a:xfrm>
        </p:spPr>
        <p:txBody>
          <a:bodyPr>
            <a:normAutofit lnSpcReduction="10000"/>
          </a:bodyPr>
          <a:lstStyle/>
          <a:p>
            <a:r>
              <a:rPr lang="es-MX" i="1" dirty="0"/>
              <a:t>Cultura mexicana y su influencia en el mundo – EDUCOMPARA</a:t>
            </a:r>
            <a:r>
              <a:rPr lang="es-MX" dirty="0"/>
              <a:t>. https://educompara.com/cultura-mexicana-influencia-en-mundo/</a:t>
            </a:r>
          </a:p>
          <a:p>
            <a:r>
              <a:rPr lang="es-MX" dirty="0" err="1"/>
              <a:t>Westreicher</a:t>
            </a:r>
            <a:r>
              <a:rPr lang="es-MX" dirty="0"/>
              <a:t>, G. (2024, 19 marzo). </a:t>
            </a:r>
            <a:r>
              <a:rPr lang="es-MX" i="1" dirty="0"/>
              <a:t>Integración: Qué es y qué tipos </a:t>
            </a:r>
            <a:r>
              <a:rPr lang="es-MX" i="1" dirty="0" err="1"/>
              <a:t>hay</a:t>
            </a:r>
            <a:r>
              <a:rPr lang="es-MX" dirty="0" err="1"/>
              <a:t>.Economipedia</a:t>
            </a:r>
            <a:r>
              <a:rPr lang="es-MX" dirty="0"/>
              <a:t>. https://economipedia.com/definiciones/integracion.html</a:t>
            </a:r>
          </a:p>
          <a:p>
            <a:r>
              <a:rPr lang="es-MX" dirty="0"/>
              <a:t> </a:t>
            </a:r>
            <a:r>
              <a:rPr lang="en-US" dirty="0"/>
              <a:t>The Editors of </a:t>
            </a:r>
            <a:r>
              <a:rPr lang="en-US" dirty="0" err="1"/>
              <a:t>Encyclopaedia</a:t>
            </a:r>
            <a:r>
              <a:rPr lang="en-US" dirty="0"/>
              <a:t> Britannica. (2025, 10 </a:t>
            </a:r>
            <a:r>
              <a:rPr lang="en-US" dirty="0" err="1"/>
              <a:t>enero</a:t>
            </a:r>
            <a:r>
              <a:rPr lang="en-US" dirty="0"/>
              <a:t>). </a:t>
            </a:r>
            <a:r>
              <a:rPr lang="en-US" i="1" dirty="0"/>
              <a:t>Ghetto | Definition, History, Map, &amp; Facts</a:t>
            </a:r>
            <a:r>
              <a:rPr lang="en-US" dirty="0"/>
              <a:t>. Encyclopedia Britannica. https://www.britannica.com/topic/ghetto</a:t>
            </a:r>
          </a:p>
          <a:p>
            <a:r>
              <a:rPr lang="en-US" dirty="0"/>
              <a:t>Jack Delano, Farm Security Administration/Library of Congress. (2021, 18 </a:t>
            </a:r>
            <a:r>
              <a:rPr lang="en-US" dirty="0" err="1"/>
              <a:t>noviembre</a:t>
            </a:r>
            <a:r>
              <a:rPr lang="en-US" dirty="0"/>
              <a:t>). Luisiana se dispone a </a:t>
            </a:r>
            <a:r>
              <a:rPr lang="en-US" dirty="0" err="1"/>
              <a:t>indultar</a:t>
            </a:r>
            <a:r>
              <a:rPr lang="en-US" dirty="0"/>
              <a:t>, 130 </a:t>
            </a:r>
            <a:r>
              <a:rPr lang="en-US" dirty="0" err="1"/>
              <a:t>años</a:t>
            </a:r>
            <a:r>
              <a:rPr lang="en-US" dirty="0"/>
              <a:t> </a:t>
            </a:r>
            <a:r>
              <a:rPr lang="en-US" dirty="0" err="1"/>
              <a:t>después</a:t>
            </a:r>
            <a:r>
              <a:rPr lang="en-US" dirty="0"/>
              <a:t>, a Homer Plessy, </a:t>
            </a:r>
            <a:r>
              <a:rPr lang="en-US" dirty="0" err="1"/>
              <a:t>icono</a:t>
            </a:r>
            <a:r>
              <a:rPr lang="en-US" dirty="0"/>
              <a:t> de la </a:t>
            </a:r>
            <a:r>
              <a:rPr lang="en-US" dirty="0" err="1"/>
              <a:t>desobediencia</a:t>
            </a:r>
            <a:r>
              <a:rPr lang="en-US" dirty="0"/>
              <a:t> civil </a:t>
            </a:r>
            <a:r>
              <a:rPr lang="en-US" dirty="0" err="1"/>
              <a:t>tras</a:t>
            </a:r>
            <a:r>
              <a:rPr lang="en-US" dirty="0"/>
              <a:t> </a:t>
            </a:r>
            <a:r>
              <a:rPr lang="en-US" dirty="0" err="1"/>
              <a:t>negarse</a:t>
            </a:r>
            <a:r>
              <a:rPr lang="en-US" dirty="0"/>
              <a:t> a </a:t>
            </a:r>
            <a:r>
              <a:rPr lang="en-US" dirty="0" err="1"/>
              <a:t>abandonar</a:t>
            </a:r>
            <a:r>
              <a:rPr lang="en-US" dirty="0"/>
              <a:t> un </a:t>
            </a:r>
            <a:r>
              <a:rPr lang="en-US" dirty="0" err="1"/>
              <a:t>vagón</a:t>
            </a:r>
            <a:r>
              <a:rPr lang="en-US" dirty="0"/>
              <a:t> de </a:t>
            </a:r>
            <a:r>
              <a:rPr lang="en-US" dirty="0" err="1"/>
              <a:t>tren</a:t>
            </a:r>
            <a:r>
              <a:rPr lang="en-US" dirty="0"/>
              <a:t> para </a:t>
            </a:r>
            <a:r>
              <a:rPr lang="en-US" dirty="0" err="1"/>
              <a:t>blancos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Nueva Orleans. National Geographic. </a:t>
            </a:r>
            <a:r>
              <a:rPr lang="en-US" dirty="0">
                <a:hlinkClick r:id="rId3"/>
              </a:rPr>
              <a:t>https://www.nationalgeographic.es/historia/2021/11/breve-historia-del-inicio-de-la-lucha-contra-la-segregacion-racial-en-ee-uu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MX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6930B-386C-3EF5-F742-A822E1C0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83C9DCA-FAD2-D260-B4CB-287BAEE9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>
                <a:solidFill>
                  <a:srgbClr val="FFC000"/>
                </a:solidFill>
              </a:rPr>
              <a:t>Referencias bibliográficas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DC7C8EC-F0C6-3BEA-ECD7-0712A64E1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37856"/>
            <a:ext cx="9786361" cy="4710544"/>
          </a:xfrm>
        </p:spPr>
        <p:txBody>
          <a:bodyPr>
            <a:normAutofit fontScale="92500" lnSpcReduction="20000"/>
          </a:bodyPr>
          <a:lstStyle/>
          <a:p>
            <a:r>
              <a:rPr lang="es-ES" dirty="0" err="1"/>
              <a:t>United</a:t>
            </a:r>
            <a:r>
              <a:rPr lang="es-ES" dirty="0"/>
              <a:t> </a:t>
            </a:r>
            <a:r>
              <a:rPr lang="es-ES" dirty="0" err="1"/>
              <a:t>Nations</a:t>
            </a:r>
            <a:r>
              <a:rPr lang="es-ES" dirty="0"/>
              <a:t>. (s. f.). La lucha contra el apartheid : Lecciones para el mundo de hoy | Naciones Unidas. </a:t>
            </a:r>
            <a:r>
              <a:rPr lang="es-ES" dirty="0">
                <a:hlinkClick r:id="rId3"/>
              </a:rPr>
              <a:t>https://www.un.org/es/cr%C3%B3nica-onu/la-lucha-contra-el-apartheid-lecciones-para-el-mundo-de-hoy</a:t>
            </a:r>
            <a:endParaRPr lang="es-ES" dirty="0"/>
          </a:p>
          <a:p>
            <a:r>
              <a:rPr lang="es-ES" dirty="0" err="1"/>
              <a:t>Oehmichen</a:t>
            </a:r>
            <a:r>
              <a:rPr lang="es-ES" dirty="0"/>
              <a:t>, C. (s. f.). Espacio urbano y segregación étnica en la ciudad de México. </a:t>
            </a:r>
            <a:r>
              <a:rPr lang="es-ES" dirty="0">
                <a:hlinkClick r:id="rId4"/>
              </a:rPr>
              <a:t>https://www.scielo.org.mx/scielo.php?script=sci_arttext&amp;pid=S1405-74252001000200008</a:t>
            </a:r>
            <a:endParaRPr lang="es-ES" dirty="0"/>
          </a:p>
          <a:p>
            <a:r>
              <a:rPr lang="es-ES" dirty="0"/>
              <a:t>El racismo en México se origina en el mestizaje y se detona en la familia: académico de la UNAM. (s. f.). </a:t>
            </a:r>
            <a:r>
              <a:rPr lang="es-ES" dirty="0">
                <a:hlinkClick r:id="rId5"/>
              </a:rPr>
              <a:t>https://www.dgcs.unam.mx/boletin/bdboletin/2017_519.html</a:t>
            </a:r>
            <a:endParaRPr lang="es-ES" dirty="0"/>
          </a:p>
          <a:p>
            <a:r>
              <a:rPr lang="es-ES" dirty="0"/>
              <a:t>La importancia de la interculturalidad. (s. f.). </a:t>
            </a:r>
            <a:r>
              <a:rPr lang="es-ES" dirty="0">
                <a:hlinkClick r:id="rId6"/>
              </a:rPr>
              <a:t>https://www.javerianacali.edu.co/noticias/la-importancia-de-la-interculturalidad#:~:text=La%20interculturalidad%20se%20refiere%20al,la%20comprensi%C3%B3n%20y%20la%20colaboraci%C3%B3n</a:t>
            </a:r>
            <a:r>
              <a:rPr lang="es-ES" dirty="0"/>
              <a:t>.</a:t>
            </a:r>
          </a:p>
          <a:p>
            <a:r>
              <a:rPr lang="es-ES" dirty="0"/>
              <a:t>Del Valle Sylvia, S. (s. f.). Interculturalidad, democracia y formación </a:t>
            </a:r>
            <a:r>
              <a:rPr lang="es-ES" dirty="0" err="1"/>
              <a:t>valoral</a:t>
            </a:r>
            <a:r>
              <a:rPr lang="es-ES" dirty="0"/>
              <a:t> en México. </a:t>
            </a:r>
            <a:r>
              <a:rPr lang="es-ES" dirty="0">
                <a:hlinkClick r:id="rId7"/>
              </a:rPr>
              <a:t>https://www.scielo.org.mx/scielo.php?script=sci_arttext&amp;pid=S1607-40412009000200004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n-US" dirty="0"/>
          </a:p>
          <a:p>
            <a:endParaRPr lang="en-U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29269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trategia de negocios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6737862_TF03417222" id="{931EB023-D6F1-4F90-B3D7-C24BD85FACDA}" vid="{CCF0D47F-B3FF-4536-A4BC-53E3864C0ED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plan negocios (diseño verde iónico, panorámico)</Template>
  <TotalTime>209</TotalTime>
  <Words>1018</Words>
  <Application>Microsoft Office PowerPoint</Application>
  <PresentationFormat>Panorámica</PresentationFormat>
  <Paragraphs>57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Wingdings</vt:lpstr>
      <vt:lpstr>Wingdings 3</vt:lpstr>
      <vt:lpstr>Estrategia de negocios</vt:lpstr>
      <vt:lpstr>Enfoques ante la diversidad cultural</vt:lpstr>
      <vt:lpstr>Multiculturalidad </vt:lpstr>
      <vt:lpstr>Asimilacionismo</vt:lpstr>
      <vt:lpstr>Integracionismo</vt:lpstr>
      <vt:lpstr>Formación de Guetos</vt:lpstr>
      <vt:lpstr>Balcanización</vt:lpstr>
      <vt:lpstr>Etnocentrismo</vt:lpstr>
      <vt:lpstr>Segregacionismo</vt:lpstr>
      <vt:lpstr>Interculturalidad</vt:lpstr>
      <vt:lpstr>Referencias bibliográficas</vt:lpstr>
      <vt:lpstr>Referencias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Enfoques ante la diversidad cultural</dc:title>
  <dc:creator>PC</dc:creator>
  <cp:lastModifiedBy>Daniel Oros Cortez</cp:lastModifiedBy>
  <cp:revision>12</cp:revision>
  <cp:lastPrinted>2012-08-15T21:38:02Z</cp:lastPrinted>
  <dcterms:created xsi:type="dcterms:W3CDTF">2025-02-15T21:59:27Z</dcterms:created>
  <dcterms:modified xsi:type="dcterms:W3CDTF">2025-02-16T03:03:22Z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