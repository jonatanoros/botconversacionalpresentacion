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61" r:id="rId4"/>
    <p:sldId id="259" r:id="rId5"/>
    <p:sldId id="262" r:id="rId6"/>
    <p:sldId id="260" r:id="rId7"/>
    <p:sldId id="263" r:id="rId8"/>
    <p:sldId id="25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Oros Cortez" userId="37c986ba32dbf9e3" providerId="LiveId" clId="{83AC91B3-7F20-467D-9987-D419DA3A0F6A}"/>
    <pc:docChg chg="undo custSel addSld modSld">
      <pc:chgData name="Daniel Oros Cortez" userId="37c986ba32dbf9e3" providerId="LiveId" clId="{83AC91B3-7F20-467D-9987-D419DA3A0F6A}" dt="2025-02-10T02:03:50.011" v="1052" actId="1076"/>
      <pc:docMkLst>
        <pc:docMk/>
      </pc:docMkLst>
      <pc:sldChg chg="modSp mod">
        <pc:chgData name="Daniel Oros Cortez" userId="37c986ba32dbf9e3" providerId="LiveId" clId="{83AC91B3-7F20-467D-9987-D419DA3A0F6A}" dt="2025-02-08T19:29:05.392" v="217" actId="790"/>
        <pc:sldMkLst>
          <pc:docMk/>
          <pc:sldMk cId="3868401295" sldId="256"/>
        </pc:sldMkLst>
        <pc:spChg chg="mod">
          <ac:chgData name="Daniel Oros Cortez" userId="37c986ba32dbf9e3" providerId="LiveId" clId="{83AC91B3-7F20-467D-9987-D419DA3A0F6A}" dt="2025-02-08T19:29:05.392" v="217" actId="790"/>
          <ac:spMkLst>
            <pc:docMk/>
            <pc:sldMk cId="3868401295" sldId="256"/>
            <ac:spMk id="2" creationId="{A6EE47D7-AD7B-8DC1-CCB7-AF2DFB1CD47D}"/>
          </ac:spMkLst>
        </pc:spChg>
        <pc:spChg chg="mod">
          <ac:chgData name="Daniel Oros Cortez" userId="37c986ba32dbf9e3" providerId="LiveId" clId="{83AC91B3-7F20-467D-9987-D419DA3A0F6A}" dt="2025-02-08T19:29:05.392" v="217" actId="790"/>
          <ac:spMkLst>
            <pc:docMk/>
            <pc:sldMk cId="3868401295" sldId="256"/>
            <ac:spMk id="3" creationId="{F2D6D05C-3C78-511A-369B-E19CC26F071B}"/>
          </ac:spMkLst>
        </pc:spChg>
      </pc:sldChg>
      <pc:sldChg chg="addSp modSp mod">
        <pc:chgData name="Daniel Oros Cortez" userId="37c986ba32dbf9e3" providerId="LiveId" clId="{83AC91B3-7F20-467D-9987-D419DA3A0F6A}" dt="2025-02-10T01:44:37.622" v="1024" actId="1076"/>
        <pc:sldMkLst>
          <pc:docMk/>
          <pc:sldMk cId="3812383532" sldId="257"/>
        </pc:sldMkLst>
        <pc:spChg chg="mod">
          <ac:chgData name="Daniel Oros Cortez" userId="37c986ba32dbf9e3" providerId="LiveId" clId="{83AC91B3-7F20-467D-9987-D419DA3A0F6A}" dt="2025-02-08T19:29:05.392" v="217" actId="790"/>
          <ac:spMkLst>
            <pc:docMk/>
            <pc:sldMk cId="3812383532" sldId="257"/>
            <ac:spMk id="2" creationId="{B801118D-19AC-A3AB-EE48-141EE62A3D20}"/>
          </ac:spMkLst>
        </pc:spChg>
        <pc:spChg chg="mod">
          <ac:chgData name="Daniel Oros Cortez" userId="37c986ba32dbf9e3" providerId="LiveId" clId="{83AC91B3-7F20-467D-9987-D419DA3A0F6A}" dt="2025-02-08T19:54:11.918" v="221" actId="20577"/>
          <ac:spMkLst>
            <pc:docMk/>
            <pc:sldMk cId="3812383532" sldId="257"/>
            <ac:spMk id="3" creationId="{6F249CF6-6806-3BEA-A5A4-768D0B955500}"/>
          </ac:spMkLst>
        </pc:spChg>
        <pc:picChg chg="add mod">
          <ac:chgData name="Daniel Oros Cortez" userId="37c986ba32dbf9e3" providerId="LiveId" clId="{83AC91B3-7F20-467D-9987-D419DA3A0F6A}" dt="2025-02-10T01:44:37.622" v="1024" actId="1076"/>
          <ac:picMkLst>
            <pc:docMk/>
            <pc:sldMk cId="3812383532" sldId="257"/>
            <ac:picMk id="1026" creationId="{F0D1B64C-D71A-212D-2272-89013E8104C5}"/>
          </ac:picMkLst>
        </pc:picChg>
      </pc:sldChg>
      <pc:sldChg chg="modSp mod">
        <pc:chgData name="Daniel Oros Cortez" userId="37c986ba32dbf9e3" providerId="LiveId" clId="{83AC91B3-7F20-467D-9987-D419DA3A0F6A}" dt="2025-02-08T19:29:05.392" v="217" actId="790"/>
        <pc:sldMkLst>
          <pc:docMk/>
          <pc:sldMk cId="2273228643" sldId="258"/>
        </pc:sldMkLst>
        <pc:spChg chg="mod">
          <ac:chgData name="Daniel Oros Cortez" userId="37c986ba32dbf9e3" providerId="LiveId" clId="{83AC91B3-7F20-467D-9987-D419DA3A0F6A}" dt="2025-02-08T19:29:05.392" v="217" actId="790"/>
          <ac:spMkLst>
            <pc:docMk/>
            <pc:sldMk cId="2273228643" sldId="258"/>
            <ac:spMk id="2" creationId="{6F2E3EAB-2F0F-E5B1-86C8-EFE95C2CB2C4}"/>
          </ac:spMkLst>
        </pc:spChg>
        <pc:spChg chg="mod">
          <ac:chgData name="Daniel Oros Cortez" userId="37c986ba32dbf9e3" providerId="LiveId" clId="{83AC91B3-7F20-467D-9987-D419DA3A0F6A}" dt="2025-02-08T19:29:05.392" v="217" actId="790"/>
          <ac:spMkLst>
            <pc:docMk/>
            <pc:sldMk cId="2273228643" sldId="258"/>
            <ac:spMk id="3" creationId="{22BC5947-4ACC-BEF0-6719-4A1E09BD4154}"/>
          </ac:spMkLst>
        </pc:spChg>
      </pc:sldChg>
      <pc:sldChg chg="addSp modSp new mod">
        <pc:chgData name="Daniel Oros Cortez" userId="37c986ba32dbf9e3" providerId="LiveId" clId="{83AC91B3-7F20-467D-9987-D419DA3A0F6A}" dt="2025-02-10T01:47:54.469" v="1031" actId="1076"/>
        <pc:sldMkLst>
          <pc:docMk/>
          <pc:sldMk cId="3336302043" sldId="259"/>
        </pc:sldMkLst>
        <pc:spChg chg="mod">
          <ac:chgData name="Daniel Oros Cortez" userId="37c986ba32dbf9e3" providerId="LiveId" clId="{83AC91B3-7F20-467D-9987-D419DA3A0F6A}" dt="2025-02-08T19:29:05.392" v="217" actId="790"/>
          <ac:spMkLst>
            <pc:docMk/>
            <pc:sldMk cId="3336302043" sldId="259"/>
            <ac:spMk id="2" creationId="{1DC6CD5D-0486-3D8A-524D-66E0016C29E1}"/>
          </ac:spMkLst>
        </pc:spChg>
        <pc:spChg chg="mod">
          <ac:chgData name="Daniel Oros Cortez" userId="37c986ba32dbf9e3" providerId="LiveId" clId="{83AC91B3-7F20-467D-9987-D419DA3A0F6A}" dt="2025-02-08T19:29:05.392" v="217" actId="790"/>
          <ac:spMkLst>
            <pc:docMk/>
            <pc:sldMk cId="3336302043" sldId="259"/>
            <ac:spMk id="3" creationId="{9841CD61-4943-ACC5-2FA8-70465DC94B92}"/>
          </ac:spMkLst>
        </pc:spChg>
        <pc:picChg chg="add mod">
          <ac:chgData name="Daniel Oros Cortez" userId="37c986ba32dbf9e3" providerId="LiveId" clId="{83AC91B3-7F20-467D-9987-D419DA3A0F6A}" dt="2025-02-10T01:47:54.469" v="1031" actId="1076"/>
          <ac:picMkLst>
            <pc:docMk/>
            <pc:sldMk cId="3336302043" sldId="259"/>
            <ac:picMk id="3074" creationId="{772346CE-9034-E64C-2718-3912E07A824F}"/>
          </ac:picMkLst>
        </pc:picChg>
      </pc:sldChg>
      <pc:sldChg chg="addSp modSp new mod">
        <pc:chgData name="Daniel Oros Cortez" userId="37c986ba32dbf9e3" providerId="LiveId" clId="{83AC91B3-7F20-467D-9987-D419DA3A0F6A}" dt="2025-02-10T01:49:18.072" v="1044" actId="1076"/>
        <pc:sldMkLst>
          <pc:docMk/>
          <pc:sldMk cId="3239770843" sldId="260"/>
        </pc:sldMkLst>
        <pc:spChg chg="mod">
          <ac:chgData name="Daniel Oros Cortez" userId="37c986ba32dbf9e3" providerId="LiveId" clId="{83AC91B3-7F20-467D-9987-D419DA3A0F6A}" dt="2025-02-08T19:29:05.392" v="217" actId="790"/>
          <ac:spMkLst>
            <pc:docMk/>
            <pc:sldMk cId="3239770843" sldId="260"/>
            <ac:spMk id="2" creationId="{A482C2AE-4C71-0A86-E64C-2557806B7A57}"/>
          </ac:spMkLst>
        </pc:spChg>
        <pc:spChg chg="mod">
          <ac:chgData name="Daniel Oros Cortez" userId="37c986ba32dbf9e3" providerId="LiveId" clId="{83AC91B3-7F20-467D-9987-D419DA3A0F6A}" dt="2025-02-08T19:29:05.392" v="217" actId="790"/>
          <ac:spMkLst>
            <pc:docMk/>
            <pc:sldMk cId="3239770843" sldId="260"/>
            <ac:spMk id="3" creationId="{67E878D5-5075-CA62-7AD5-6D621CA5FF0E}"/>
          </ac:spMkLst>
        </pc:spChg>
        <pc:picChg chg="add mod">
          <ac:chgData name="Daniel Oros Cortez" userId="37c986ba32dbf9e3" providerId="LiveId" clId="{83AC91B3-7F20-467D-9987-D419DA3A0F6A}" dt="2025-02-10T01:49:18.072" v="1044" actId="1076"/>
          <ac:picMkLst>
            <pc:docMk/>
            <pc:sldMk cId="3239770843" sldId="260"/>
            <ac:picMk id="5122" creationId="{F8068736-F77D-DC2E-E7F3-A6178641AEE7}"/>
          </ac:picMkLst>
        </pc:picChg>
      </pc:sldChg>
      <pc:sldChg chg="addSp modSp new mod">
        <pc:chgData name="Daniel Oros Cortez" userId="37c986ba32dbf9e3" providerId="LiveId" clId="{83AC91B3-7F20-467D-9987-D419DA3A0F6A}" dt="2025-02-10T01:47:34.467" v="1028" actId="1076"/>
        <pc:sldMkLst>
          <pc:docMk/>
          <pc:sldMk cId="2480431639" sldId="261"/>
        </pc:sldMkLst>
        <pc:spChg chg="mod">
          <ac:chgData name="Daniel Oros Cortez" userId="37c986ba32dbf9e3" providerId="LiveId" clId="{83AC91B3-7F20-467D-9987-D419DA3A0F6A}" dt="2025-02-08T19:29:13.864" v="218" actId="313"/>
          <ac:spMkLst>
            <pc:docMk/>
            <pc:sldMk cId="2480431639" sldId="261"/>
            <ac:spMk id="2" creationId="{685AD0D8-FDAE-DFBF-A431-7CFD38C7F3B4}"/>
          </ac:spMkLst>
        </pc:spChg>
        <pc:spChg chg="mod">
          <ac:chgData name="Daniel Oros Cortez" userId="37c986ba32dbf9e3" providerId="LiveId" clId="{83AC91B3-7F20-467D-9987-D419DA3A0F6A}" dt="2025-02-08T19:59:21.935" v="491" actId="20577"/>
          <ac:spMkLst>
            <pc:docMk/>
            <pc:sldMk cId="2480431639" sldId="261"/>
            <ac:spMk id="3" creationId="{377E0D51-502F-F6D4-BC7F-78FA6419A495}"/>
          </ac:spMkLst>
        </pc:spChg>
        <pc:picChg chg="add mod">
          <ac:chgData name="Daniel Oros Cortez" userId="37c986ba32dbf9e3" providerId="LiveId" clId="{83AC91B3-7F20-467D-9987-D419DA3A0F6A}" dt="2025-02-10T01:47:23.249" v="1026" actId="1076"/>
          <ac:picMkLst>
            <pc:docMk/>
            <pc:sldMk cId="2480431639" sldId="261"/>
            <ac:picMk id="2050" creationId="{718F65D8-C23F-367C-8530-B2AF5ABEF358}"/>
          </ac:picMkLst>
        </pc:picChg>
        <pc:picChg chg="add mod">
          <ac:chgData name="Daniel Oros Cortez" userId="37c986ba32dbf9e3" providerId="LiveId" clId="{83AC91B3-7F20-467D-9987-D419DA3A0F6A}" dt="2025-02-10T01:47:34.467" v="1028" actId="1076"/>
          <ac:picMkLst>
            <pc:docMk/>
            <pc:sldMk cId="2480431639" sldId="261"/>
            <ac:picMk id="2052" creationId="{121BDD06-14BE-7106-877F-39DA5CBB6589}"/>
          </ac:picMkLst>
        </pc:picChg>
      </pc:sldChg>
      <pc:sldChg chg="addSp modSp new mod">
        <pc:chgData name="Daniel Oros Cortez" userId="37c986ba32dbf9e3" providerId="LiveId" clId="{83AC91B3-7F20-467D-9987-D419DA3A0F6A}" dt="2025-02-10T01:48:46.557" v="1039" actId="1076"/>
        <pc:sldMkLst>
          <pc:docMk/>
          <pc:sldMk cId="57847802" sldId="262"/>
        </pc:sldMkLst>
        <pc:spChg chg="mod">
          <ac:chgData name="Daniel Oros Cortez" userId="37c986ba32dbf9e3" providerId="LiveId" clId="{83AC91B3-7F20-467D-9987-D419DA3A0F6A}" dt="2025-02-08T19:29:18.943" v="219" actId="313"/>
          <ac:spMkLst>
            <pc:docMk/>
            <pc:sldMk cId="57847802" sldId="262"/>
            <ac:spMk id="2" creationId="{0A1C901F-AB11-DCA7-837F-8B45F654210B}"/>
          </ac:spMkLst>
        </pc:spChg>
        <pc:spChg chg="mod">
          <ac:chgData name="Daniel Oros Cortez" userId="37c986ba32dbf9e3" providerId="LiveId" clId="{83AC91B3-7F20-467D-9987-D419DA3A0F6A}" dt="2025-02-10T01:48:17.714" v="1035" actId="123"/>
          <ac:spMkLst>
            <pc:docMk/>
            <pc:sldMk cId="57847802" sldId="262"/>
            <ac:spMk id="3" creationId="{603B5A9C-85EF-0577-3E7D-D9FBC5B20158}"/>
          </ac:spMkLst>
        </pc:spChg>
        <pc:picChg chg="add mod">
          <ac:chgData name="Daniel Oros Cortez" userId="37c986ba32dbf9e3" providerId="LiveId" clId="{83AC91B3-7F20-467D-9987-D419DA3A0F6A}" dt="2025-02-10T01:48:46.557" v="1039" actId="1076"/>
          <ac:picMkLst>
            <pc:docMk/>
            <pc:sldMk cId="57847802" sldId="262"/>
            <ac:picMk id="4098" creationId="{9DA12C17-5955-9F47-FA6C-E0C7B21C02A3}"/>
          </ac:picMkLst>
        </pc:picChg>
      </pc:sldChg>
      <pc:sldChg chg="addSp modSp new mod">
        <pc:chgData name="Daniel Oros Cortez" userId="37c986ba32dbf9e3" providerId="LiveId" clId="{83AC91B3-7F20-467D-9987-D419DA3A0F6A}" dt="2025-02-10T02:03:50.011" v="1052" actId="1076"/>
        <pc:sldMkLst>
          <pc:docMk/>
          <pc:sldMk cId="722399635" sldId="263"/>
        </pc:sldMkLst>
        <pc:spChg chg="mod">
          <ac:chgData name="Daniel Oros Cortez" userId="37c986ba32dbf9e3" providerId="LiveId" clId="{83AC91B3-7F20-467D-9987-D419DA3A0F6A}" dt="2025-02-08T19:29:23.869" v="220" actId="313"/>
          <ac:spMkLst>
            <pc:docMk/>
            <pc:sldMk cId="722399635" sldId="263"/>
            <ac:spMk id="2" creationId="{5B16490A-FF6F-79B1-3974-4BA363DD7882}"/>
          </ac:spMkLst>
        </pc:spChg>
        <pc:spChg chg="mod">
          <ac:chgData name="Daniel Oros Cortez" userId="37c986ba32dbf9e3" providerId="LiveId" clId="{83AC91B3-7F20-467D-9987-D419DA3A0F6A}" dt="2025-02-10T01:55:48.540" v="1049" actId="14100"/>
          <ac:spMkLst>
            <pc:docMk/>
            <pc:sldMk cId="722399635" sldId="263"/>
            <ac:spMk id="3" creationId="{9B7B39F6-60ED-65AD-5ECA-F4315455CC11}"/>
          </ac:spMkLst>
        </pc:spChg>
        <pc:picChg chg="add mod">
          <ac:chgData name="Daniel Oros Cortez" userId="37c986ba32dbf9e3" providerId="LiveId" clId="{83AC91B3-7F20-467D-9987-D419DA3A0F6A}" dt="2025-02-10T02:03:50.011" v="1052" actId="1076"/>
          <ac:picMkLst>
            <pc:docMk/>
            <pc:sldMk cId="722399635" sldId="263"/>
            <ac:picMk id="6146" creationId="{B49107CE-BC75-1411-9923-DF3B078461A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3998121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2627666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592005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1814924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20437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3356748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1660614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2940966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3790042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DBD16-5BFB-4D9F-9646-C75D1B53BBB6}" type="datetimeFigureOut">
              <a:rPr lang="en-US" smtClean="0"/>
              <a:pPr/>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‹Nº›</a:t>
            </a:fld>
            <a:endParaRPr lang="en-US" dirty="0"/>
          </a:p>
        </p:txBody>
      </p:sp>
    </p:spTree>
    <p:extLst>
      <p:ext uri="{BB962C8B-B14F-4D97-AF65-F5344CB8AC3E}">
        <p14:creationId xmlns:p14="http://schemas.microsoft.com/office/powerpoint/2010/main" val="825660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DBD16-5BFB-4D9F-9646-C75D1B53BBB6}" type="datetimeFigureOut">
              <a:rPr lang="en-US" smtClean="0"/>
              <a:pPr/>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25438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DBD16-5BFB-4D9F-9646-C75D1B53BBB6}" type="datetimeFigureOut">
              <a:rPr lang="en-US" smtClean="0"/>
              <a:pPr/>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‹Nº›</a:t>
            </a:fld>
            <a:endParaRPr lang="en-US" dirty="0"/>
          </a:p>
        </p:txBody>
      </p:sp>
    </p:spTree>
    <p:extLst>
      <p:ext uri="{BB962C8B-B14F-4D97-AF65-F5344CB8AC3E}">
        <p14:creationId xmlns:p14="http://schemas.microsoft.com/office/powerpoint/2010/main" val="3964933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DBD16-5BFB-4D9F-9646-C75D1B53BBB6}" type="datetimeFigureOut">
              <a:rPr lang="en-US" smtClean="0"/>
              <a:pPr/>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77700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ADBD16-5BFB-4D9F-9646-C75D1B53BBB6}" type="datetimeFigureOut">
              <a:rPr lang="en-US" smtClean="0"/>
              <a:pPr/>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pPr/>
              <a:t>‹Nº›</a:t>
            </a:fld>
            <a:endParaRPr lang="en-US" dirty="0"/>
          </a:p>
        </p:txBody>
      </p:sp>
    </p:spTree>
    <p:extLst>
      <p:ext uri="{BB962C8B-B14F-4D97-AF65-F5344CB8AC3E}">
        <p14:creationId xmlns:p14="http://schemas.microsoft.com/office/powerpoint/2010/main" val="35421677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3657559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ADBD16-5BFB-4D9F-9646-C75D1B53BBB6}" type="datetimeFigureOut">
              <a:rPr lang="en-US" smtClean="0"/>
              <a:t>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2274-0FAA-4649-AA4E-4210F4F32167}" type="slidenum">
              <a:rPr lang="en-US" smtClean="0"/>
              <a:t>‹Nº›</a:t>
            </a:fld>
            <a:endParaRPr lang="en-US" dirty="0"/>
          </a:p>
        </p:txBody>
      </p:sp>
    </p:spTree>
    <p:extLst>
      <p:ext uri="{BB962C8B-B14F-4D97-AF65-F5344CB8AC3E}">
        <p14:creationId xmlns:p14="http://schemas.microsoft.com/office/powerpoint/2010/main" val="151007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ADBD16-5BFB-4D9F-9646-C75D1B53BBB6}" type="datetimeFigureOut">
              <a:rPr lang="en-US" smtClean="0"/>
              <a:pPr/>
              <a:t>2/8/2025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0722274-0FAA-4649-AA4E-4210F4F32167}" type="slidenum">
              <a:rPr lang="en-US" smtClean="0"/>
              <a:pPr/>
              <a:t>‹Nº›</a:t>
            </a:fld>
            <a:endParaRPr lang="en-US" dirty="0"/>
          </a:p>
        </p:txBody>
      </p:sp>
    </p:spTree>
    <p:extLst>
      <p:ext uri="{BB962C8B-B14F-4D97-AF65-F5344CB8AC3E}">
        <p14:creationId xmlns:p14="http://schemas.microsoft.com/office/powerpoint/2010/main" val="139075130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aacademica.org/000-027/749.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Vector background of vibrant colors splashing">
            <a:extLst>
              <a:ext uri="{FF2B5EF4-FFF2-40B4-BE49-F238E27FC236}">
                <a16:creationId xmlns:a16="http://schemas.microsoft.com/office/drawing/2014/main" id="{8FEB6281-DAF7-1F54-57EC-4DFE8B8CA4B1}"/>
              </a:ext>
            </a:extLst>
          </p:cNvPr>
          <p:cNvPicPr>
            <a:picLocks noChangeAspect="1"/>
          </p:cNvPicPr>
          <p:nvPr/>
        </p:nvPicPr>
        <p:blipFill>
          <a:blip r:embed="rId2">
            <a:alphaModFix amt="60000"/>
          </a:blip>
          <a:srcRect l="21537" r="10307" b="-1"/>
          <a:stretch/>
        </p:blipFill>
        <p:spPr>
          <a:xfrm>
            <a:off x="5318308" y="10"/>
            <a:ext cx="6873692" cy="6857990"/>
          </a:xfrm>
          <a:custGeom>
            <a:avLst/>
            <a:gdLst/>
            <a:ahLst/>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close/>
              </a:path>
            </a:pathLst>
          </a:custGeom>
        </p:spPr>
      </p:pic>
      <p:sp>
        <p:nvSpPr>
          <p:cNvPr id="2" name="Title 1">
            <a:extLst>
              <a:ext uri="{FF2B5EF4-FFF2-40B4-BE49-F238E27FC236}">
                <a16:creationId xmlns:a16="http://schemas.microsoft.com/office/drawing/2014/main" id="{A6EE47D7-AD7B-8DC1-CCB7-AF2DFB1CD47D}"/>
              </a:ext>
            </a:extLst>
          </p:cNvPr>
          <p:cNvSpPr>
            <a:spLocks noGrp="1"/>
          </p:cNvSpPr>
          <p:nvPr>
            <p:ph type="ctrTitle"/>
          </p:nvPr>
        </p:nvSpPr>
        <p:spPr>
          <a:xfrm>
            <a:off x="696196" y="911785"/>
            <a:ext cx="7323046" cy="3238465"/>
          </a:xfrm>
        </p:spPr>
        <p:txBody>
          <a:bodyPr anchor="t">
            <a:normAutofit/>
          </a:bodyPr>
          <a:lstStyle/>
          <a:p>
            <a:r>
              <a:rPr lang="es-MX" sz="6600" noProof="0" dirty="0"/>
              <a:t>Conceptos de cultura, arte y sociedad</a:t>
            </a:r>
          </a:p>
        </p:txBody>
      </p:sp>
      <p:sp>
        <p:nvSpPr>
          <p:cNvPr id="3" name="Subtitle 2">
            <a:extLst>
              <a:ext uri="{FF2B5EF4-FFF2-40B4-BE49-F238E27FC236}">
                <a16:creationId xmlns:a16="http://schemas.microsoft.com/office/drawing/2014/main" id="{F2D6D05C-3C78-511A-369B-E19CC26F071B}"/>
              </a:ext>
            </a:extLst>
          </p:cNvPr>
          <p:cNvSpPr>
            <a:spLocks noGrp="1"/>
          </p:cNvSpPr>
          <p:nvPr>
            <p:ph type="subTitle" idx="1"/>
          </p:nvPr>
        </p:nvSpPr>
        <p:spPr>
          <a:xfrm>
            <a:off x="1143000" y="5453796"/>
            <a:ext cx="4496783" cy="732996"/>
          </a:xfrm>
        </p:spPr>
        <p:txBody>
          <a:bodyPr anchor="t">
            <a:normAutofit lnSpcReduction="10000"/>
          </a:bodyPr>
          <a:lstStyle/>
          <a:p>
            <a:r>
              <a:rPr lang="es-MX" noProof="0" dirty="0"/>
              <a:t>Jonatan Daniel Oros Cortez</a:t>
            </a:r>
          </a:p>
          <a:p>
            <a:r>
              <a:rPr lang="es-MX" noProof="0" dirty="0"/>
              <a:t>2/8/2025</a:t>
            </a:r>
          </a:p>
        </p:txBody>
      </p:sp>
    </p:spTree>
    <p:extLst>
      <p:ext uri="{BB962C8B-B14F-4D97-AF65-F5344CB8AC3E}">
        <p14:creationId xmlns:p14="http://schemas.microsoft.com/office/powerpoint/2010/main" val="3868401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1118D-19AC-A3AB-EE48-141EE62A3D20}"/>
              </a:ext>
            </a:extLst>
          </p:cNvPr>
          <p:cNvSpPr>
            <a:spLocks noGrp="1"/>
          </p:cNvSpPr>
          <p:nvPr>
            <p:ph type="title"/>
          </p:nvPr>
        </p:nvSpPr>
        <p:spPr/>
        <p:txBody>
          <a:bodyPr/>
          <a:lstStyle/>
          <a:p>
            <a:r>
              <a:rPr lang="es-MX" noProof="0" dirty="0"/>
              <a:t>Cultura</a:t>
            </a:r>
          </a:p>
        </p:txBody>
      </p:sp>
      <p:sp>
        <p:nvSpPr>
          <p:cNvPr id="3" name="Content Placeholder 2">
            <a:extLst>
              <a:ext uri="{FF2B5EF4-FFF2-40B4-BE49-F238E27FC236}">
                <a16:creationId xmlns:a16="http://schemas.microsoft.com/office/drawing/2014/main" id="{6F249CF6-6806-3BEA-A5A4-768D0B955500}"/>
              </a:ext>
            </a:extLst>
          </p:cNvPr>
          <p:cNvSpPr>
            <a:spLocks noGrp="1"/>
          </p:cNvSpPr>
          <p:nvPr>
            <p:ph idx="1"/>
          </p:nvPr>
        </p:nvSpPr>
        <p:spPr/>
        <p:txBody>
          <a:bodyPr>
            <a:normAutofit/>
          </a:bodyPr>
          <a:lstStyle/>
          <a:p>
            <a:r>
              <a:rPr lang="es-MX" b="1" noProof="0" dirty="0"/>
              <a:t>Tylor</a:t>
            </a:r>
            <a:r>
              <a:rPr lang="es-MX" noProof="0" dirty="0"/>
              <a:t>, quien postuló la primera definición antropológica del término cultura en 1871: “Cultura o civilización, tomadas en su sentido etnológico más extenso, es un todo complejo que comprende el conocimiento, las creencias, el arte, la moral, el derecho, las costumbres y las otras capacidades o hábitos adquiridos por el hombre en tanto miembro de la sociedad” </a:t>
            </a:r>
          </a:p>
          <a:p>
            <a:r>
              <a:rPr lang="es-MX" b="1" noProof="0" dirty="0"/>
              <a:t>Geertz</a:t>
            </a:r>
            <a:r>
              <a:rPr lang="es-MX" noProof="0" dirty="0"/>
              <a:t>, “La cultura es una red de significados que los seres humanos han tejido y en la cual están suspendidos". La cultura es un sistema de símbolos compartidos que dan sentido a la vida social.</a:t>
            </a:r>
          </a:p>
          <a:p>
            <a:r>
              <a:rPr lang="es-MX" b="1" noProof="0" dirty="0"/>
              <a:t>Williams</a:t>
            </a:r>
            <a:r>
              <a:rPr lang="es-MX" noProof="0" dirty="0"/>
              <a:t> sostiene que la cultura es "un proceso social total" que incluye no solo las artes y el aprendizaje, sino también las instituciones y las formas de vida cotidiana. Bibliografía: Williams, R. (1981). Culture. Londres: Fontana.</a:t>
            </a:r>
          </a:p>
        </p:txBody>
      </p:sp>
      <p:pic>
        <p:nvPicPr>
          <p:cNvPr id="1026" name="Picture 2" descr="Importancia de la Cultura">
            <a:extLst>
              <a:ext uri="{FF2B5EF4-FFF2-40B4-BE49-F238E27FC236}">
                <a16:creationId xmlns:a16="http://schemas.microsoft.com/office/drawing/2014/main" id="{F0D1B64C-D71A-212D-2272-89013E810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2279" y="281482"/>
            <a:ext cx="3355548" cy="1879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383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5AD0D8-FDAE-DFBF-A431-7CFD38C7F3B4}"/>
              </a:ext>
            </a:extLst>
          </p:cNvPr>
          <p:cNvSpPr>
            <a:spLocks noGrp="1"/>
          </p:cNvSpPr>
          <p:nvPr>
            <p:ph type="title"/>
          </p:nvPr>
        </p:nvSpPr>
        <p:spPr/>
        <p:txBody>
          <a:bodyPr/>
          <a:lstStyle/>
          <a:p>
            <a:r>
              <a:rPr lang="es-MX" noProof="0" dirty="0"/>
              <a:t>Cultura mi definición</a:t>
            </a:r>
          </a:p>
        </p:txBody>
      </p:sp>
      <p:sp>
        <p:nvSpPr>
          <p:cNvPr id="3" name="Marcador de contenido 2">
            <a:extLst>
              <a:ext uri="{FF2B5EF4-FFF2-40B4-BE49-F238E27FC236}">
                <a16:creationId xmlns:a16="http://schemas.microsoft.com/office/drawing/2014/main" id="{377E0D51-502F-F6D4-BC7F-78FA6419A495}"/>
              </a:ext>
            </a:extLst>
          </p:cNvPr>
          <p:cNvSpPr>
            <a:spLocks noGrp="1"/>
          </p:cNvSpPr>
          <p:nvPr>
            <p:ph idx="1"/>
          </p:nvPr>
        </p:nvSpPr>
        <p:spPr/>
        <p:txBody>
          <a:bodyPr/>
          <a:lstStyle/>
          <a:p>
            <a:r>
              <a:rPr lang="es-MX" noProof="0" dirty="0"/>
              <a:t>Para mi tomando en cuenta las definiciones anteriores de cultura es todo aquello que nos une con nuestros miembros de la sociedad es aquello en lo que nos apoyamos para dar sentido a nuestras vidas pero que a la vez contribuimos a crecerlo y a transformarla. </a:t>
            </a:r>
          </a:p>
        </p:txBody>
      </p:sp>
      <p:pic>
        <p:nvPicPr>
          <p:cNvPr id="2050" name="Picture 2" descr="Qué es una cultura empresarial centrada ...">
            <a:extLst>
              <a:ext uri="{FF2B5EF4-FFF2-40B4-BE49-F238E27FC236}">
                <a16:creationId xmlns:a16="http://schemas.microsoft.com/office/drawing/2014/main" id="{718F65D8-C23F-367C-8530-B2AF5ABEF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83395"/>
            <a:ext cx="2924175" cy="15621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a nueva Ley de Cultura en la Ciudad de ...">
            <a:extLst>
              <a:ext uri="{FF2B5EF4-FFF2-40B4-BE49-F238E27FC236}">
                <a16:creationId xmlns:a16="http://schemas.microsoft.com/office/drawing/2014/main" id="{121BDD06-14BE-7106-877F-39DA5CBB6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623" y="3726696"/>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431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C6CD5D-0486-3D8A-524D-66E0016C29E1}"/>
              </a:ext>
            </a:extLst>
          </p:cNvPr>
          <p:cNvSpPr>
            <a:spLocks noGrp="1"/>
          </p:cNvSpPr>
          <p:nvPr>
            <p:ph type="title"/>
          </p:nvPr>
        </p:nvSpPr>
        <p:spPr/>
        <p:txBody>
          <a:bodyPr/>
          <a:lstStyle/>
          <a:p>
            <a:r>
              <a:rPr lang="es-MX" noProof="0" dirty="0"/>
              <a:t>Arte</a:t>
            </a:r>
          </a:p>
        </p:txBody>
      </p:sp>
      <p:sp>
        <p:nvSpPr>
          <p:cNvPr id="3" name="Marcador de contenido 2">
            <a:extLst>
              <a:ext uri="{FF2B5EF4-FFF2-40B4-BE49-F238E27FC236}">
                <a16:creationId xmlns:a16="http://schemas.microsoft.com/office/drawing/2014/main" id="{9841CD61-4943-ACC5-2FA8-70465DC94B92}"/>
              </a:ext>
            </a:extLst>
          </p:cNvPr>
          <p:cNvSpPr>
            <a:spLocks noGrp="1"/>
          </p:cNvSpPr>
          <p:nvPr>
            <p:ph idx="1"/>
          </p:nvPr>
        </p:nvSpPr>
        <p:spPr/>
        <p:txBody>
          <a:bodyPr>
            <a:normAutofit/>
          </a:bodyPr>
          <a:lstStyle/>
          <a:p>
            <a:r>
              <a:rPr lang="es-MX" b="1" noProof="0" dirty="0"/>
              <a:t>Kant</a:t>
            </a:r>
            <a:r>
              <a:rPr lang="es-MX" noProof="0" dirty="0"/>
              <a:t> define el arte como "una forma de finalidad sin fin", es decir, una actividad que tiene un propósito en sí misma, sin estar sujeta a una utilidad práctica. El arte es una expresión de la belleza y la creatividad humana. Bibliografía: Kant, I. (1790). Crítica del Juicio. Madrid: Austral.</a:t>
            </a:r>
          </a:p>
          <a:p>
            <a:r>
              <a:rPr lang="es-MX" b="1" noProof="0" dirty="0"/>
              <a:t>Theodor Adorno</a:t>
            </a:r>
            <a:r>
              <a:rPr lang="es-MX" noProof="0" dirty="0"/>
              <a:t> ve el arte como una forma de resistencia frente a la homogenización de la cultura de masas. Para él, el arte auténtico es aquel que cuestiona la sociedad y ofrece una visión crítica de la realidad. Bibliografía: Adorno, T. W. (1970). Teoría Estética. Madrid: Akal.</a:t>
            </a:r>
          </a:p>
          <a:p>
            <a:r>
              <a:rPr lang="es-MX" b="1" noProof="0" dirty="0"/>
              <a:t>John Dewey</a:t>
            </a:r>
            <a:r>
              <a:rPr lang="es-MX" noProof="0" dirty="0"/>
              <a:t> considera el arte como una experiencia vivida, una interacción entre el individuo y su entorno. El arte no está separado de la vida cotidiana, sino que es una expresión integral de la experiencia humana. Bibliografía: Dewey, J. (1934). Arte como experiencia. Barcelona: Paidós.</a:t>
            </a:r>
          </a:p>
        </p:txBody>
      </p:sp>
      <p:pic>
        <p:nvPicPr>
          <p:cNvPr id="3074" name="Picture 2" descr="10 obras de arte que tienes que ver al ...">
            <a:extLst>
              <a:ext uri="{FF2B5EF4-FFF2-40B4-BE49-F238E27FC236}">
                <a16:creationId xmlns:a16="http://schemas.microsoft.com/office/drawing/2014/main" id="{772346CE-9034-E64C-2718-3912E07A82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8713" y="130175"/>
            <a:ext cx="2543175" cy="180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302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1C901F-AB11-DCA7-837F-8B45F654210B}"/>
              </a:ext>
            </a:extLst>
          </p:cNvPr>
          <p:cNvSpPr>
            <a:spLocks noGrp="1"/>
          </p:cNvSpPr>
          <p:nvPr>
            <p:ph type="title"/>
          </p:nvPr>
        </p:nvSpPr>
        <p:spPr/>
        <p:txBody>
          <a:bodyPr/>
          <a:lstStyle/>
          <a:p>
            <a:r>
              <a:rPr lang="es-MX" noProof="0" dirty="0"/>
              <a:t>Arte mi definición</a:t>
            </a:r>
          </a:p>
        </p:txBody>
      </p:sp>
      <p:sp>
        <p:nvSpPr>
          <p:cNvPr id="3" name="Marcador de contenido 2">
            <a:extLst>
              <a:ext uri="{FF2B5EF4-FFF2-40B4-BE49-F238E27FC236}">
                <a16:creationId xmlns:a16="http://schemas.microsoft.com/office/drawing/2014/main" id="{603B5A9C-85EF-0577-3E7D-D9FBC5B20158}"/>
              </a:ext>
            </a:extLst>
          </p:cNvPr>
          <p:cNvSpPr>
            <a:spLocks noGrp="1"/>
          </p:cNvSpPr>
          <p:nvPr>
            <p:ph idx="1"/>
          </p:nvPr>
        </p:nvSpPr>
        <p:spPr>
          <a:xfrm>
            <a:off x="677334" y="2160589"/>
            <a:ext cx="5573564" cy="3880773"/>
          </a:xfrm>
        </p:spPr>
        <p:txBody>
          <a:bodyPr>
            <a:normAutofit/>
          </a:bodyPr>
          <a:lstStyle/>
          <a:p>
            <a:pPr algn="just"/>
            <a:r>
              <a:rPr lang="es-MX" sz="2400" noProof="0" dirty="0"/>
              <a:t>Para mi el arte es una forma de expresarte donde demuestras tu creatividad y tus experiencias en la vida ya que tus ideas, forma de pensar y ver la vida son influenciadas a través de tus experiencias que haz tenido lo que influye en el arte que produzcas  </a:t>
            </a:r>
          </a:p>
        </p:txBody>
      </p:sp>
      <p:pic>
        <p:nvPicPr>
          <p:cNvPr id="4098" name="Picture 2" descr="Sólo el arte nos salvará del caos que ...">
            <a:extLst>
              <a:ext uri="{FF2B5EF4-FFF2-40B4-BE49-F238E27FC236}">
                <a16:creationId xmlns:a16="http://schemas.microsoft.com/office/drawing/2014/main" id="{9DA12C17-5955-9F47-FA6C-E0C7B21C0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0734" y="810662"/>
            <a:ext cx="2968140" cy="2968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47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2C2AE-4C71-0A86-E64C-2557806B7A57}"/>
              </a:ext>
            </a:extLst>
          </p:cNvPr>
          <p:cNvSpPr>
            <a:spLocks noGrp="1"/>
          </p:cNvSpPr>
          <p:nvPr>
            <p:ph type="title"/>
          </p:nvPr>
        </p:nvSpPr>
        <p:spPr/>
        <p:txBody>
          <a:bodyPr/>
          <a:lstStyle/>
          <a:p>
            <a:r>
              <a:rPr lang="es-MX" noProof="0" dirty="0"/>
              <a:t>Sociedad</a:t>
            </a:r>
          </a:p>
        </p:txBody>
      </p:sp>
      <p:sp>
        <p:nvSpPr>
          <p:cNvPr id="3" name="Marcador de contenido 2">
            <a:extLst>
              <a:ext uri="{FF2B5EF4-FFF2-40B4-BE49-F238E27FC236}">
                <a16:creationId xmlns:a16="http://schemas.microsoft.com/office/drawing/2014/main" id="{67E878D5-5075-CA62-7AD5-6D621CA5FF0E}"/>
              </a:ext>
            </a:extLst>
          </p:cNvPr>
          <p:cNvSpPr>
            <a:spLocks noGrp="1"/>
          </p:cNvSpPr>
          <p:nvPr>
            <p:ph idx="1"/>
          </p:nvPr>
        </p:nvSpPr>
        <p:spPr/>
        <p:txBody>
          <a:bodyPr>
            <a:normAutofit fontScale="92500"/>
          </a:bodyPr>
          <a:lstStyle/>
          <a:p>
            <a:r>
              <a:rPr lang="es-MX" b="1" noProof="0" dirty="0"/>
              <a:t>Emile Durkheim</a:t>
            </a:r>
            <a:r>
              <a:rPr lang="es-MX" noProof="0" dirty="0"/>
              <a:t> define la sociedad como "un sistema de fuerzas que actúan sobre los individuos y los moldean". La sociedad es una entidad que trasciende al individuo y se manifiesta a través de normas, instituciones y valores compartidos. Bibliografía: Durkheim, É. (1895). Las reglas del método sociológico. Madrid: Akal.</a:t>
            </a:r>
          </a:p>
          <a:p>
            <a:r>
              <a:rPr lang="es-MX" b="1" noProof="0" dirty="0"/>
              <a:t>Max Weber</a:t>
            </a:r>
            <a:r>
              <a:rPr lang="es-MX" noProof="0" dirty="0"/>
              <a:t> entiende la sociedad como el resultado de las acciones individuales motivadas por intereses, valores y creencias. La sociedad es una red de relaciones sociales basadas en la comprensión mutua. Bibliografía: Weber, M. (1922). Economía y sociedad. México: FCE.</a:t>
            </a:r>
          </a:p>
          <a:p>
            <a:r>
              <a:rPr lang="es-MX" b="1" noProof="0" dirty="0"/>
              <a:t>Talcott Parsons </a:t>
            </a:r>
            <a:r>
              <a:rPr lang="es-MX" noProof="0" dirty="0"/>
              <a:t>define la sociedad como un sistema social complejo que se mantiene en equilibrio gracias a la interacción de sus partes (instituciones, roles y normas). Para él, la sociedad funciona como un organismo en el que cada parte cumple una función específica para mantener el orden y la estabilidad. Bibliografía: Parsons, T. (1951). El sistema social. Madrid: Alianza Editorial.</a:t>
            </a:r>
          </a:p>
        </p:txBody>
      </p:sp>
      <p:pic>
        <p:nvPicPr>
          <p:cNvPr id="5122" name="Picture 2" descr="Sociedad humana: qué es ...">
            <a:extLst>
              <a:ext uri="{FF2B5EF4-FFF2-40B4-BE49-F238E27FC236}">
                <a16:creationId xmlns:a16="http://schemas.microsoft.com/office/drawing/2014/main" id="{F8068736-F77D-DC2E-E7F3-A6178641AE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6835" y="101184"/>
            <a:ext cx="3677509" cy="205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770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6490A-FF6F-79B1-3974-4BA363DD7882}"/>
              </a:ext>
            </a:extLst>
          </p:cNvPr>
          <p:cNvSpPr>
            <a:spLocks noGrp="1"/>
          </p:cNvSpPr>
          <p:nvPr>
            <p:ph type="title"/>
          </p:nvPr>
        </p:nvSpPr>
        <p:spPr/>
        <p:txBody>
          <a:bodyPr/>
          <a:lstStyle/>
          <a:p>
            <a:r>
              <a:rPr lang="es-MX" noProof="0" dirty="0"/>
              <a:t>Sociedad mi definición</a:t>
            </a:r>
          </a:p>
        </p:txBody>
      </p:sp>
      <p:sp>
        <p:nvSpPr>
          <p:cNvPr id="3" name="Marcador de contenido 2">
            <a:extLst>
              <a:ext uri="{FF2B5EF4-FFF2-40B4-BE49-F238E27FC236}">
                <a16:creationId xmlns:a16="http://schemas.microsoft.com/office/drawing/2014/main" id="{9B7B39F6-60ED-65AD-5ECA-F4315455CC11}"/>
              </a:ext>
            </a:extLst>
          </p:cNvPr>
          <p:cNvSpPr>
            <a:spLocks noGrp="1"/>
          </p:cNvSpPr>
          <p:nvPr>
            <p:ph idx="1"/>
          </p:nvPr>
        </p:nvSpPr>
        <p:spPr>
          <a:xfrm>
            <a:off x="677334" y="2160589"/>
            <a:ext cx="5418666" cy="3880773"/>
          </a:xfrm>
        </p:spPr>
        <p:txBody>
          <a:bodyPr>
            <a:normAutofit/>
          </a:bodyPr>
          <a:lstStyle/>
          <a:p>
            <a:r>
              <a:rPr lang="es-MX" sz="2400" noProof="0" dirty="0"/>
              <a:t>Para mi la sociedad en términos simples son varios individuos que se han puesto de acuerdo para crear y seguir normas e instituciones con el fin de tener orden y estabilidad para que todos salgan beneficiados. </a:t>
            </a:r>
          </a:p>
        </p:txBody>
      </p:sp>
      <p:pic>
        <p:nvPicPr>
          <p:cNvPr id="6146" name="Picture 2">
            <a:extLst>
              <a:ext uri="{FF2B5EF4-FFF2-40B4-BE49-F238E27FC236}">
                <a16:creationId xmlns:a16="http://schemas.microsoft.com/office/drawing/2014/main" id="{B49107CE-BC75-1411-9923-DF3B07846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270000"/>
            <a:ext cx="3169014" cy="3017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399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3EAB-2F0F-E5B1-86C8-EFE95C2CB2C4}"/>
              </a:ext>
            </a:extLst>
          </p:cNvPr>
          <p:cNvSpPr>
            <a:spLocks noGrp="1"/>
          </p:cNvSpPr>
          <p:nvPr>
            <p:ph type="title"/>
          </p:nvPr>
        </p:nvSpPr>
        <p:spPr/>
        <p:txBody>
          <a:bodyPr/>
          <a:lstStyle/>
          <a:p>
            <a:r>
              <a:rPr lang="es-MX" noProof="0" dirty="0"/>
              <a:t>Bibliografía </a:t>
            </a:r>
          </a:p>
        </p:txBody>
      </p:sp>
      <p:sp>
        <p:nvSpPr>
          <p:cNvPr id="3" name="Content Placeholder 2">
            <a:extLst>
              <a:ext uri="{FF2B5EF4-FFF2-40B4-BE49-F238E27FC236}">
                <a16:creationId xmlns:a16="http://schemas.microsoft.com/office/drawing/2014/main" id="{22BC5947-4ACC-BEF0-6719-4A1E09BD4154}"/>
              </a:ext>
            </a:extLst>
          </p:cNvPr>
          <p:cNvSpPr>
            <a:spLocks noGrp="1"/>
          </p:cNvSpPr>
          <p:nvPr>
            <p:ph idx="1"/>
          </p:nvPr>
        </p:nvSpPr>
        <p:spPr/>
        <p:txBody>
          <a:bodyPr/>
          <a:lstStyle/>
          <a:p>
            <a:r>
              <a:rPr lang="es-MX" noProof="0" dirty="0"/>
              <a:t>Itoiz, Josefina, </a:t>
            </a:r>
            <a:r>
              <a:rPr lang="es-MX" noProof="0" dirty="0" err="1"/>
              <a:t>Trupa</a:t>
            </a:r>
            <a:r>
              <a:rPr lang="es-MX" noProof="0" dirty="0"/>
              <a:t>, Noelia y </a:t>
            </a:r>
            <a:r>
              <a:rPr lang="es-MX" noProof="0" dirty="0" err="1"/>
              <a:t>Vacca</a:t>
            </a:r>
            <a:r>
              <a:rPr lang="es-MX" noProof="0" dirty="0"/>
              <a:t>, Laura Celina (2010). Discutiendo el concepto de cultura. VI Jornadas de Sociología de la UNLP. Universidad Nacional de La Plata. Facultad de Humanidades y Ciencias de la Educación. Departamento de Sociología, La Plata. </a:t>
            </a:r>
            <a:r>
              <a:rPr lang="es-MX" noProof="0" dirty="0">
                <a:hlinkClick r:id="rId2"/>
              </a:rPr>
              <a:t>https://www.aacademica.org/000-027/749.pdf</a:t>
            </a:r>
            <a:endParaRPr lang="es-MX" noProof="0" dirty="0"/>
          </a:p>
          <a:p>
            <a:endParaRPr lang="es-MX" noProof="0" dirty="0"/>
          </a:p>
        </p:txBody>
      </p:sp>
    </p:spTree>
    <p:extLst>
      <p:ext uri="{BB962C8B-B14F-4D97-AF65-F5344CB8AC3E}">
        <p14:creationId xmlns:p14="http://schemas.microsoft.com/office/powerpoint/2010/main" val="227322864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1945</TotalTime>
  <Words>739</Words>
  <Application>Microsoft Office PowerPoint</Application>
  <PresentationFormat>Panorámica</PresentationFormat>
  <Paragraphs>23</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Trebuchet MS</vt:lpstr>
      <vt:lpstr>Wingdings 3</vt:lpstr>
      <vt:lpstr>Facet</vt:lpstr>
      <vt:lpstr>Conceptos de cultura, arte y sociedad</vt:lpstr>
      <vt:lpstr>Cultura</vt:lpstr>
      <vt:lpstr>Cultura mi definición</vt:lpstr>
      <vt:lpstr>Arte</vt:lpstr>
      <vt:lpstr>Arte mi definición</vt:lpstr>
      <vt:lpstr>Sociedad</vt:lpstr>
      <vt:lpstr>Sociedad mi definición</vt:lpstr>
      <vt:lpstr>Bibliografía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Oros Cortez</dc:creator>
  <cp:lastModifiedBy>Daniel Oros Cortez</cp:lastModifiedBy>
  <cp:revision>1</cp:revision>
  <dcterms:created xsi:type="dcterms:W3CDTF">2025-02-08T17:36:33Z</dcterms:created>
  <dcterms:modified xsi:type="dcterms:W3CDTF">2025-02-10T02:03:52Z</dcterms:modified>
</cp:coreProperties>
</file>